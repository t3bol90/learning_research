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324" r:id="rId2"/>
    <p:sldId id="293" r:id="rId3"/>
    <p:sldId id="256" r:id="rId4"/>
    <p:sldId id="283" r:id="rId5"/>
    <p:sldId id="291" r:id="rId6"/>
    <p:sldId id="321" r:id="rId7"/>
    <p:sldId id="271" r:id="rId8"/>
    <p:sldId id="260" r:id="rId9"/>
    <p:sldId id="262" r:id="rId10"/>
    <p:sldId id="261" r:id="rId11"/>
    <p:sldId id="268" r:id="rId12"/>
    <p:sldId id="314" r:id="rId13"/>
    <p:sldId id="264" r:id="rId14"/>
    <p:sldId id="267" r:id="rId15"/>
    <p:sldId id="278" r:id="rId16"/>
    <p:sldId id="287" r:id="rId17"/>
    <p:sldId id="257" r:id="rId18"/>
    <p:sldId id="272" r:id="rId19"/>
    <p:sldId id="258" r:id="rId20"/>
    <p:sldId id="279" r:id="rId21"/>
    <p:sldId id="266" r:id="rId22"/>
    <p:sldId id="280" r:id="rId23"/>
    <p:sldId id="285" r:id="rId24"/>
    <p:sldId id="290" r:id="rId25"/>
    <p:sldId id="319" r:id="rId26"/>
    <p:sldId id="313" r:id="rId27"/>
    <p:sldId id="270" r:id="rId28"/>
    <p:sldId id="259" r:id="rId29"/>
    <p:sldId id="273" r:id="rId30"/>
    <p:sldId id="274" r:id="rId31"/>
    <p:sldId id="282" r:id="rId32"/>
    <p:sldId id="286" r:id="rId33"/>
    <p:sldId id="315" r:id="rId34"/>
    <p:sldId id="322" r:id="rId35"/>
    <p:sldId id="323" r:id="rId36"/>
    <p:sldId id="263" r:id="rId37"/>
    <p:sldId id="281" r:id="rId38"/>
    <p:sldId id="269" r:id="rId39"/>
    <p:sldId id="320" r:id="rId40"/>
    <p:sldId id="277" r:id="rId41"/>
    <p:sldId id="284" r:id="rId42"/>
    <p:sldId id="316" r:id="rId43"/>
    <p:sldId id="292" r:id="rId44"/>
    <p:sldId id="317" r:id="rId45"/>
    <p:sldId id="318" r:id="rId46"/>
    <p:sldId id="265" r:id="rId47"/>
    <p:sldId id="27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经典版式集锦" id="{EC601D51-6954-493D-AAC7-0136C667042F}">
          <p14:sldIdLst>
            <p14:sldId id="324"/>
          </p14:sldIdLst>
        </p14:section>
        <p14:section name="1段" id="{E1149348-DB08-4CB7-B547-07DD6602528E}">
          <p14:sldIdLst>
            <p14:sldId id="293"/>
          </p14:sldIdLst>
        </p14:section>
        <p14:section name="2段" id="{20EA50A9-1794-4405-968A-28DC281BDAB2}">
          <p14:sldIdLst>
            <p14:sldId id="256"/>
            <p14:sldId id="283"/>
            <p14:sldId id="291"/>
            <p14:sldId id="321"/>
          </p14:sldIdLst>
        </p14:section>
        <p14:section name="3段" id="{52F19F46-DFDD-4E49-BC25-E14BDF520119}">
          <p14:sldIdLst>
            <p14:sldId id="271"/>
            <p14:sldId id="260"/>
            <p14:sldId id="262"/>
            <p14:sldId id="261"/>
            <p14:sldId id="268"/>
            <p14:sldId id="314"/>
            <p14:sldId id="264"/>
            <p14:sldId id="267"/>
            <p14:sldId id="278"/>
            <p14:sldId id="287"/>
          </p14:sldIdLst>
        </p14:section>
        <p14:section name="4段" id="{F1118BEB-9258-4DB5-BA7B-2636B690043A}">
          <p14:sldIdLst>
            <p14:sldId id="257"/>
            <p14:sldId id="272"/>
            <p14:sldId id="258"/>
            <p14:sldId id="279"/>
            <p14:sldId id="266"/>
            <p14:sldId id="280"/>
            <p14:sldId id="285"/>
            <p14:sldId id="290"/>
            <p14:sldId id="319"/>
            <p14:sldId id="313"/>
          </p14:sldIdLst>
        </p14:section>
        <p14:section name="5段" id="{D4192C83-7FC3-49A5-99ED-C128DEE41924}">
          <p14:sldIdLst>
            <p14:sldId id="270"/>
            <p14:sldId id="259"/>
            <p14:sldId id="273"/>
            <p14:sldId id="274"/>
            <p14:sldId id="282"/>
            <p14:sldId id="286"/>
            <p14:sldId id="315"/>
            <p14:sldId id="322"/>
            <p14:sldId id="323"/>
          </p14:sldIdLst>
        </p14:section>
        <p14:section name="6段" id="{12E5CA6C-B164-4C3A-8D75-71DCCE645550}">
          <p14:sldIdLst>
            <p14:sldId id="263"/>
            <p14:sldId id="281"/>
            <p14:sldId id="269"/>
            <p14:sldId id="320"/>
            <p14:sldId id="277"/>
            <p14:sldId id="284"/>
            <p14:sldId id="316"/>
          </p14:sldIdLst>
        </p14:section>
        <p14:section name="7段" id="{F550B249-5EF8-4837-B0C5-35E1DD8408D6}">
          <p14:sldIdLst>
            <p14:sldId id="292"/>
            <p14:sldId id="317"/>
          </p14:sldIdLst>
        </p14:section>
        <p14:section name="8段" id="{EA3797BD-9F4C-4085-84AA-D8E4D51E6AE0}">
          <p14:sldIdLst>
            <p14:sldId id="318"/>
            <p14:sldId id="265"/>
          </p14:sldIdLst>
        </p14:section>
        <p14:section name="9段" id="{8CD16635-CAA2-4C54-BBF9-5DF8A5CD3C0E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宋 雪贤" initials="宋" lastIdx="1" clrIdx="0">
    <p:extLst>
      <p:ext uri="{19B8F6BF-5375-455C-9EA6-DF929625EA0E}">
        <p15:presenceInfo xmlns:p15="http://schemas.microsoft.com/office/powerpoint/2012/main" userId="148c6b6f4412ae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645" autoAdjust="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738" y="120"/>
      </p:cViewPr>
      <p:guideLst>
        <p:guide orient="horz" pos="2160"/>
        <p:guide pos="3840"/>
        <p:guide pos="551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7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4B6A7-30AF-4E56-82B6-4E697F7AC038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3A793-46FD-4AD6-A9D0-1C906653F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15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C4847-1877-4788-A457-21768366C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97E8C-DB0E-420D-85A5-0C67E0A4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211024-D986-4A1E-9531-38A21E24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79569-D9AA-4A8D-90AF-6A66D9EF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3A07D-9589-4B7F-83EE-D04ECFD7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01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1BA71-7E76-48C6-BBA7-7ACC3BE4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BF6BA8-6670-4361-BD6B-FD1B02DD8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9F66D-14B7-40F0-ADDD-08DAA8BE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DF463-CD06-4910-AC14-EECB6A29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3DCA4-CD8C-409A-9BC0-B6BF61C0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91A03-9E6B-4BDD-B62A-97BB1105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90FB1-3D11-4BFE-A3C5-FE9998A2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D3A966-BE97-4B9A-9E34-AC3D217B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4B9BA4-8BC0-4182-AE9D-A639A903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E960A8-1F62-4139-8EE7-9410DB32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565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40627-1F3B-4CF1-97B7-166635771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BCAD46-C8A5-496E-988B-FE502B061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A40614-5054-4749-8EA8-58B70450E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209B4D-5228-425D-9C10-F3E8C9E93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02882-B911-4E0F-B068-CD6C0716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5120E-0240-4A26-905E-5A08D230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8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97346-2889-45BE-B59E-1C96BC47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003E07-A97E-4742-8558-604A827E7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07B647-863C-42C9-90FB-EFBF7DD03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E394B7-DA77-476C-B80B-2A5507612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C95DD0-F538-47B5-8501-54EE12381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5668AE-049C-4D31-8BBA-AD6D085C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B94CB2-1C50-4429-A387-1007BE8D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3A1FEF-DC25-4F2F-946F-28C86964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87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37587-E1D8-40E9-8A85-79F411A0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70E621-F2A4-4868-98F7-8D64DEDB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E52591-106C-4ECC-AC24-8D0070AB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8AD606-C65B-4C8D-B462-0E9D2166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60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26E38B-0888-4D37-8601-11BC8E82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75F560-2632-440E-9143-7FC94FDD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FB9FFE-6215-4D7E-B05A-CB8CAF86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18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57A8D-C327-49E1-B0F1-6B9137DB1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1A81AF-3998-487B-8EBE-F7C396914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A1E94F-BC78-4DBB-92D0-E66D8B5D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545DF2-9FD2-466A-ABDF-8F99C72A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6DC51B-2F13-42A7-97B2-9922F759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B91F8E-6F34-4B2B-86A1-F4138A9B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51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EEA2A-0965-4C0A-A028-D932F971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713427-CE31-444C-AA18-6F1CECE3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995CE-6EFD-4D65-8172-64705B6A8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53605-E211-4A90-BB37-9B6BEC65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FD055F-4EE6-45B5-AC77-BB17FCA6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B563E9-8451-41E4-BF31-585EC39F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12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47F20-ED2B-4222-A28C-A62C998C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BE2776-D143-4E5A-8E0B-8ED436CD7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0B0F1-F354-4ACF-84B8-B5B92907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274C9-1A54-4913-9C96-6C39B3F3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B0A2D6-7DCB-4388-8B45-6CDC5E55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93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08CF6F-D53B-4FB6-A96D-FA82FE42E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46222-F149-41C8-868D-B0AF09B3A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87577-038F-4B50-AD7C-0BAC92D8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590536-EFC3-486C-BB7E-0CB2CF5F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B5576-B418-4FAF-B33D-507AD8A2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08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07B6F5-8201-44BA-8263-035F04E2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6F687C-CDF3-4EF7-ABC6-1C112DF1D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7EA9A-E60A-4E4F-85BD-982571BD9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BB63A-C02D-4324-99EB-6667DE6F4977}" type="datetimeFigureOut">
              <a:rPr lang="zh-CN" altLang="en-US" smtClean="0"/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20C0D-2496-47C4-AA63-328BD50C6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B7886-51C7-495E-A95B-632B5FEBC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A5818-0BEF-4900-8FBC-ED43620A3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7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背景图案&#10;&#10;描述已自动生成">
            <a:extLst>
              <a:ext uri="{FF2B5EF4-FFF2-40B4-BE49-F238E27FC236}">
                <a16:creationId xmlns:a16="http://schemas.microsoft.com/office/drawing/2014/main" id="{0FE63AC5-C099-49EA-BBB1-3D5124853A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6" t="51652" r="15116" b="220"/>
          <a:stretch>
            <a:fillRect/>
          </a:stretch>
        </p:blipFill>
        <p:spPr>
          <a:xfrm rot="10800000"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1219200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73E6E42-1091-458A-BE71-9E5FA2462E95}"/>
              </a:ext>
            </a:extLst>
          </p:cNvPr>
          <p:cNvSpPr txBox="1"/>
          <p:nvPr/>
        </p:nvSpPr>
        <p:spPr>
          <a:xfrm>
            <a:off x="3000021" y="3889724"/>
            <a:ext cx="6148341" cy="985211"/>
          </a:xfrm>
          <a:custGeom>
            <a:avLst/>
            <a:gdLst/>
            <a:ahLst/>
            <a:cxnLst/>
            <a:rect l="l" t="t" r="r" b="b"/>
            <a:pathLst>
              <a:path w="6148341" h="985211">
                <a:moveTo>
                  <a:pt x="365455" y="723578"/>
                </a:moveTo>
                <a:lnTo>
                  <a:pt x="378952" y="830516"/>
                </a:lnTo>
                <a:cubicBezTo>
                  <a:pt x="319016" y="848295"/>
                  <a:pt x="259275" y="865426"/>
                  <a:pt x="199729" y="881908"/>
                </a:cubicBezTo>
                <a:cubicBezTo>
                  <a:pt x="140182" y="898389"/>
                  <a:pt x="85372" y="913444"/>
                  <a:pt x="35300" y="927070"/>
                </a:cubicBezTo>
                <a:lnTo>
                  <a:pt x="11421" y="803522"/>
                </a:lnTo>
                <a:cubicBezTo>
                  <a:pt x="57513" y="795324"/>
                  <a:pt x="111458" y="783947"/>
                  <a:pt x="173254" y="769390"/>
                </a:cubicBezTo>
                <a:cubicBezTo>
                  <a:pt x="235050" y="754833"/>
                  <a:pt x="299117" y="739563"/>
                  <a:pt x="365455" y="723578"/>
                </a:cubicBezTo>
                <a:close/>
                <a:moveTo>
                  <a:pt x="4586878" y="593754"/>
                </a:moveTo>
                <a:lnTo>
                  <a:pt x="4709389" y="593754"/>
                </a:lnTo>
                <a:lnTo>
                  <a:pt x="4709389" y="646815"/>
                </a:lnTo>
                <a:lnTo>
                  <a:pt x="5116373" y="646815"/>
                </a:lnTo>
                <a:lnTo>
                  <a:pt x="5116373" y="745316"/>
                </a:lnTo>
                <a:lnTo>
                  <a:pt x="4822555" y="745316"/>
                </a:lnTo>
                <a:cubicBezTo>
                  <a:pt x="4869492" y="771466"/>
                  <a:pt x="4920711" y="794697"/>
                  <a:pt x="4976213" y="815007"/>
                </a:cubicBezTo>
                <a:cubicBezTo>
                  <a:pt x="5031714" y="835317"/>
                  <a:pt x="5087086" y="851540"/>
                  <a:pt x="5142329" y="863674"/>
                </a:cubicBezTo>
                <a:cubicBezTo>
                  <a:pt x="5128745" y="876414"/>
                  <a:pt x="5114643" y="892203"/>
                  <a:pt x="5100021" y="911043"/>
                </a:cubicBezTo>
                <a:cubicBezTo>
                  <a:pt x="5085399" y="929882"/>
                  <a:pt x="5073892" y="946970"/>
                  <a:pt x="5065500" y="962305"/>
                </a:cubicBezTo>
                <a:cubicBezTo>
                  <a:pt x="5003942" y="944828"/>
                  <a:pt x="4942254" y="921382"/>
                  <a:pt x="4880437" y="891965"/>
                </a:cubicBezTo>
                <a:cubicBezTo>
                  <a:pt x="4818619" y="862549"/>
                  <a:pt x="4761602" y="829239"/>
                  <a:pt x="4709389" y="792036"/>
                </a:cubicBezTo>
                <a:lnTo>
                  <a:pt x="4709389" y="972687"/>
                </a:lnTo>
                <a:lnTo>
                  <a:pt x="4586878" y="972687"/>
                </a:lnTo>
                <a:lnTo>
                  <a:pt x="4586878" y="797227"/>
                </a:lnTo>
                <a:cubicBezTo>
                  <a:pt x="4534577" y="834431"/>
                  <a:pt x="4477215" y="867740"/>
                  <a:pt x="4414792" y="897157"/>
                </a:cubicBezTo>
                <a:cubicBezTo>
                  <a:pt x="4352369" y="926573"/>
                  <a:pt x="4290335" y="950019"/>
                  <a:pt x="4228690" y="967496"/>
                </a:cubicBezTo>
                <a:cubicBezTo>
                  <a:pt x="4218806" y="951707"/>
                  <a:pt x="4206390" y="934230"/>
                  <a:pt x="4191444" y="915066"/>
                </a:cubicBezTo>
                <a:cubicBezTo>
                  <a:pt x="4176498" y="895902"/>
                  <a:pt x="4162265" y="879464"/>
                  <a:pt x="4148747" y="865750"/>
                </a:cubicBezTo>
                <a:cubicBezTo>
                  <a:pt x="4206065" y="853529"/>
                  <a:pt x="4263514" y="836961"/>
                  <a:pt x="4321092" y="816045"/>
                </a:cubicBezTo>
                <a:cubicBezTo>
                  <a:pt x="4378671" y="795129"/>
                  <a:pt x="4431966" y="771553"/>
                  <a:pt x="4480979" y="745316"/>
                </a:cubicBezTo>
                <a:lnTo>
                  <a:pt x="4183009" y="745316"/>
                </a:lnTo>
                <a:lnTo>
                  <a:pt x="4183009" y="646815"/>
                </a:lnTo>
                <a:lnTo>
                  <a:pt x="4586878" y="646815"/>
                </a:lnTo>
                <a:close/>
                <a:moveTo>
                  <a:pt x="427749" y="534621"/>
                </a:moveTo>
                <a:lnTo>
                  <a:pt x="929211" y="534621"/>
                </a:lnTo>
                <a:lnTo>
                  <a:pt x="929211" y="646750"/>
                </a:lnTo>
                <a:lnTo>
                  <a:pt x="738178" y="646750"/>
                </a:lnTo>
                <a:lnTo>
                  <a:pt x="738178" y="837783"/>
                </a:lnTo>
                <a:lnTo>
                  <a:pt x="981123" y="837783"/>
                </a:lnTo>
                <a:lnTo>
                  <a:pt x="981123" y="951988"/>
                </a:lnTo>
                <a:lnTo>
                  <a:pt x="365455" y="951988"/>
                </a:lnTo>
                <a:lnTo>
                  <a:pt x="365455" y="837783"/>
                </a:lnTo>
                <a:lnTo>
                  <a:pt x="613591" y="837783"/>
                </a:lnTo>
                <a:lnTo>
                  <a:pt x="613591" y="646750"/>
                </a:lnTo>
                <a:lnTo>
                  <a:pt x="427749" y="646750"/>
                </a:lnTo>
                <a:close/>
                <a:moveTo>
                  <a:pt x="1700548" y="481672"/>
                </a:moveTo>
                <a:lnTo>
                  <a:pt x="1700548" y="619756"/>
                </a:lnTo>
                <a:lnTo>
                  <a:pt x="1800347" y="619756"/>
                </a:lnTo>
                <a:lnTo>
                  <a:pt x="1800347" y="481672"/>
                </a:lnTo>
                <a:close/>
                <a:moveTo>
                  <a:pt x="1484597" y="481672"/>
                </a:moveTo>
                <a:lnTo>
                  <a:pt x="1484597" y="619756"/>
                </a:lnTo>
                <a:lnTo>
                  <a:pt x="1583358" y="619756"/>
                </a:lnTo>
                <a:lnTo>
                  <a:pt x="1583358" y="481672"/>
                </a:lnTo>
                <a:close/>
                <a:moveTo>
                  <a:pt x="1273837" y="481672"/>
                </a:moveTo>
                <a:lnTo>
                  <a:pt x="1273837" y="619756"/>
                </a:lnTo>
                <a:lnTo>
                  <a:pt x="1369484" y="619756"/>
                </a:lnTo>
                <a:lnTo>
                  <a:pt x="1369484" y="481672"/>
                </a:lnTo>
                <a:close/>
                <a:moveTo>
                  <a:pt x="2667200" y="454678"/>
                </a:moveTo>
                <a:cubicBezTo>
                  <a:pt x="2666638" y="521168"/>
                  <a:pt x="2662571" y="590642"/>
                  <a:pt x="2655001" y="663102"/>
                </a:cubicBezTo>
                <a:cubicBezTo>
                  <a:pt x="2647430" y="735561"/>
                  <a:pt x="2633501" y="804517"/>
                  <a:pt x="2613212" y="869968"/>
                </a:cubicBezTo>
                <a:cubicBezTo>
                  <a:pt x="2643256" y="854308"/>
                  <a:pt x="2671158" y="835274"/>
                  <a:pt x="2696919" y="812866"/>
                </a:cubicBezTo>
                <a:cubicBezTo>
                  <a:pt x="2722680" y="790457"/>
                  <a:pt x="2746689" y="765194"/>
                  <a:pt x="2768946" y="737075"/>
                </a:cubicBezTo>
                <a:cubicBezTo>
                  <a:pt x="2747252" y="695460"/>
                  <a:pt x="2728088" y="650989"/>
                  <a:pt x="2711454" y="603663"/>
                </a:cubicBezTo>
                <a:cubicBezTo>
                  <a:pt x="2694821" y="556338"/>
                  <a:pt x="2680070" y="506676"/>
                  <a:pt x="2667200" y="454678"/>
                </a:cubicBezTo>
                <a:close/>
                <a:moveTo>
                  <a:pt x="4420762" y="445269"/>
                </a:moveTo>
                <a:lnTo>
                  <a:pt x="4420762" y="491081"/>
                </a:lnTo>
                <a:lnTo>
                  <a:pt x="4630483" y="491081"/>
                </a:lnTo>
                <a:lnTo>
                  <a:pt x="4630483" y="445269"/>
                </a:lnTo>
                <a:close/>
                <a:moveTo>
                  <a:pt x="3188389" y="420417"/>
                </a:moveTo>
                <a:lnTo>
                  <a:pt x="3633788" y="420417"/>
                </a:lnTo>
                <a:lnTo>
                  <a:pt x="3633788" y="539813"/>
                </a:lnTo>
                <a:lnTo>
                  <a:pt x="3467672" y="539813"/>
                </a:lnTo>
                <a:lnTo>
                  <a:pt x="3467672" y="768222"/>
                </a:lnTo>
                <a:cubicBezTo>
                  <a:pt x="3499467" y="762490"/>
                  <a:pt x="3531652" y="756564"/>
                  <a:pt x="3564226" y="750442"/>
                </a:cubicBezTo>
                <a:cubicBezTo>
                  <a:pt x="3596801" y="744321"/>
                  <a:pt x="3628986" y="738135"/>
                  <a:pt x="3660781" y="731884"/>
                </a:cubicBezTo>
                <a:lnTo>
                  <a:pt x="3670125" y="841936"/>
                </a:lnTo>
                <a:cubicBezTo>
                  <a:pt x="3583714" y="860862"/>
                  <a:pt x="3498018" y="879334"/>
                  <a:pt x="3413035" y="897351"/>
                </a:cubicBezTo>
                <a:cubicBezTo>
                  <a:pt x="3328052" y="915369"/>
                  <a:pt x="3251440" y="931504"/>
                  <a:pt x="3183198" y="945758"/>
                </a:cubicBezTo>
                <a:lnTo>
                  <a:pt x="3148936" y="821172"/>
                </a:lnTo>
                <a:cubicBezTo>
                  <a:pt x="3175606" y="817019"/>
                  <a:pt x="3205585" y="812347"/>
                  <a:pt x="3238873" y="807155"/>
                </a:cubicBezTo>
                <a:cubicBezTo>
                  <a:pt x="3272161" y="801964"/>
                  <a:pt x="3307590" y="796254"/>
                  <a:pt x="3345161" y="790025"/>
                </a:cubicBezTo>
                <a:lnTo>
                  <a:pt x="3345161" y="539813"/>
                </a:lnTo>
                <a:lnTo>
                  <a:pt x="3188389" y="539813"/>
                </a:lnTo>
                <a:close/>
                <a:moveTo>
                  <a:pt x="2751296" y="402767"/>
                </a:moveTo>
                <a:cubicBezTo>
                  <a:pt x="2761203" y="443322"/>
                  <a:pt x="2773056" y="482645"/>
                  <a:pt x="2786856" y="520735"/>
                </a:cubicBezTo>
                <a:cubicBezTo>
                  <a:pt x="2800655" y="558825"/>
                  <a:pt x="2816142" y="595293"/>
                  <a:pt x="2833316" y="630138"/>
                </a:cubicBezTo>
                <a:cubicBezTo>
                  <a:pt x="2849430" y="596850"/>
                  <a:pt x="2863663" y="561161"/>
                  <a:pt x="2876013" y="523071"/>
                </a:cubicBezTo>
                <a:cubicBezTo>
                  <a:pt x="2888364" y="484981"/>
                  <a:pt x="2898703" y="444880"/>
                  <a:pt x="2907030" y="402767"/>
                </a:cubicBezTo>
                <a:close/>
                <a:moveTo>
                  <a:pt x="5751766" y="330026"/>
                </a:moveTo>
                <a:lnTo>
                  <a:pt x="5751766" y="385182"/>
                </a:lnTo>
                <a:lnTo>
                  <a:pt x="6001979" y="385182"/>
                </a:lnTo>
                <a:lnTo>
                  <a:pt x="6001979" y="330026"/>
                </a:lnTo>
                <a:close/>
                <a:moveTo>
                  <a:pt x="4420762" y="323797"/>
                </a:moveTo>
                <a:lnTo>
                  <a:pt x="4420762" y="365456"/>
                </a:lnTo>
                <a:lnTo>
                  <a:pt x="4630483" y="365456"/>
                </a:lnTo>
                <a:lnTo>
                  <a:pt x="4630483" y="323797"/>
                </a:lnTo>
                <a:close/>
                <a:moveTo>
                  <a:pt x="1700548" y="238727"/>
                </a:moveTo>
                <a:lnTo>
                  <a:pt x="1700548" y="367467"/>
                </a:lnTo>
                <a:lnTo>
                  <a:pt x="1800347" y="367467"/>
                </a:lnTo>
                <a:lnTo>
                  <a:pt x="1800347" y="238727"/>
                </a:lnTo>
                <a:close/>
                <a:moveTo>
                  <a:pt x="1484597" y="238727"/>
                </a:moveTo>
                <a:lnTo>
                  <a:pt x="1484597" y="367467"/>
                </a:lnTo>
                <a:lnTo>
                  <a:pt x="1583358" y="367467"/>
                </a:lnTo>
                <a:lnTo>
                  <a:pt x="1583358" y="238727"/>
                </a:lnTo>
                <a:close/>
                <a:moveTo>
                  <a:pt x="1273837" y="238727"/>
                </a:moveTo>
                <a:lnTo>
                  <a:pt x="1273837" y="367467"/>
                </a:lnTo>
                <a:lnTo>
                  <a:pt x="1369484" y="367467"/>
                </a:lnTo>
                <a:lnTo>
                  <a:pt x="1369484" y="238727"/>
                </a:lnTo>
                <a:close/>
                <a:moveTo>
                  <a:pt x="4420762" y="200248"/>
                </a:moveTo>
                <a:lnTo>
                  <a:pt x="4420762" y="243983"/>
                </a:lnTo>
                <a:lnTo>
                  <a:pt x="4630483" y="243983"/>
                </a:lnTo>
                <a:lnTo>
                  <a:pt x="4630483" y="200248"/>
                </a:lnTo>
                <a:close/>
                <a:moveTo>
                  <a:pt x="5751766" y="192980"/>
                </a:moveTo>
                <a:lnTo>
                  <a:pt x="5751766" y="246060"/>
                </a:lnTo>
                <a:lnTo>
                  <a:pt x="6001979" y="246060"/>
                </a:lnTo>
                <a:lnTo>
                  <a:pt x="6001979" y="192980"/>
                </a:lnTo>
                <a:close/>
                <a:moveTo>
                  <a:pt x="847192" y="50808"/>
                </a:moveTo>
                <a:lnTo>
                  <a:pt x="934403" y="96490"/>
                </a:lnTo>
                <a:cubicBezTo>
                  <a:pt x="915065" y="138517"/>
                  <a:pt x="891965" y="177753"/>
                  <a:pt x="865101" y="214199"/>
                </a:cubicBezTo>
                <a:cubicBezTo>
                  <a:pt x="838237" y="250645"/>
                  <a:pt x="808388" y="284431"/>
                  <a:pt x="775554" y="315556"/>
                </a:cubicBezTo>
                <a:cubicBezTo>
                  <a:pt x="817018" y="333509"/>
                  <a:pt x="857379" y="352110"/>
                  <a:pt x="896637" y="371361"/>
                </a:cubicBezTo>
                <a:cubicBezTo>
                  <a:pt x="935895" y="390611"/>
                  <a:pt x="968210" y="408693"/>
                  <a:pt x="993581" y="425608"/>
                </a:cubicBezTo>
                <a:lnTo>
                  <a:pt x="920905" y="525277"/>
                </a:lnTo>
                <a:cubicBezTo>
                  <a:pt x="893695" y="505984"/>
                  <a:pt x="858050" y="484354"/>
                  <a:pt x="813968" y="460388"/>
                </a:cubicBezTo>
                <a:cubicBezTo>
                  <a:pt x="769887" y="436423"/>
                  <a:pt x="724897" y="413755"/>
                  <a:pt x="678999" y="392385"/>
                </a:cubicBezTo>
                <a:cubicBezTo>
                  <a:pt x="639893" y="419357"/>
                  <a:pt x="598710" y="443539"/>
                  <a:pt x="555450" y="464931"/>
                </a:cubicBezTo>
                <a:cubicBezTo>
                  <a:pt x="512191" y="486322"/>
                  <a:pt x="467893" y="505054"/>
                  <a:pt x="422558" y="521124"/>
                </a:cubicBezTo>
                <a:cubicBezTo>
                  <a:pt x="414295" y="504253"/>
                  <a:pt x="403307" y="485825"/>
                  <a:pt x="389594" y="465839"/>
                </a:cubicBezTo>
                <a:cubicBezTo>
                  <a:pt x="375881" y="445853"/>
                  <a:pt x="362297" y="428982"/>
                  <a:pt x="348844" y="415225"/>
                </a:cubicBezTo>
                <a:cubicBezTo>
                  <a:pt x="426862" y="391952"/>
                  <a:pt x="500533" y="359075"/>
                  <a:pt x="569856" y="316594"/>
                </a:cubicBezTo>
                <a:cubicBezTo>
                  <a:pt x="639179" y="274113"/>
                  <a:pt x="697017" y="224625"/>
                  <a:pt x="743369" y="168128"/>
                </a:cubicBezTo>
                <a:lnTo>
                  <a:pt x="418405" y="168128"/>
                </a:lnTo>
                <a:lnTo>
                  <a:pt x="418405" y="56000"/>
                </a:lnTo>
                <a:lnTo>
                  <a:pt x="824351" y="56000"/>
                </a:lnTo>
                <a:close/>
                <a:moveTo>
                  <a:pt x="2982821" y="10318"/>
                </a:moveTo>
                <a:lnTo>
                  <a:pt x="3051343" y="118293"/>
                </a:lnTo>
                <a:cubicBezTo>
                  <a:pt x="2994522" y="130709"/>
                  <a:pt x="2932964" y="140918"/>
                  <a:pt x="2866669" y="148921"/>
                </a:cubicBezTo>
                <a:cubicBezTo>
                  <a:pt x="2800374" y="156924"/>
                  <a:pt x="2733884" y="162980"/>
                  <a:pt x="2667200" y="167090"/>
                </a:cubicBezTo>
                <a:lnTo>
                  <a:pt x="2667200" y="290638"/>
                </a:lnTo>
                <a:lnTo>
                  <a:pt x="2941291" y="290638"/>
                </a:lnTo>
                <a:lnTo>
                  <a:pt x="2961018" y="286486"/>
                </a:lnTo>
                <a:lnTo>
                  <a:pt x="3034732" y="305174"/>
                </a:lnTo>
                <a:cubicBezTo>
                  <a:pt x="3024825" y="395932"/>
                  <a:pt x="3009079" y="477865"/>
                  <a:pt x="2987492" y="550973"/>
                </a:cubicBezTo>
                <a:cubicBezTo>
                  <a:pt x="2965906" y="624082"/>
                  <a:pt x="2938739" y="688884"/>
                  <a:pt x="2905992" y="745381"/>
                </a:cubicBezTo>
                <a:cubicBezTo>
                  <a:pt x="2927816" y="773521"/>
                  <a:pt x="2951652" y="799001"/>
                  <a:pt x="2977500" y="821820"/>
                </a:cubicBezTo>
                <a:cubicBezTo>
                  <a:pt x="3003347" y="844640"/>
                  <a:pt x="3031076" y="864150"/>
                  <a:pt x="3060687" y="880350"/>
                </a:cubicBezTo>
                <a:cubicBezTo>
                  <a:pt x="3046650" y="891987"/>
                  <a:pt x="3031898" y="907128"/>
                  <a:pt x="3016433" y="925773"/>
                </a:cubicBezTo>
                <a:cubicBezTo>
                  <a:pt x="3000968" y="944417"/>
                  <a:pt x="2988033" y="962154"/>
                  <a:pt x="2977629" y="978982"/>
                </a:cubicBezTo>
                <a:cubicBezTo>
                  <a:pt x="2950614" y="961267"/>
                  <a:pt x="2925221" y="941151"/>
                  <a:pt x="2901450" y="918635"/>
                </a:cubicBezTo>
                <a:cubicBezTo>
                  <a:pt x="2877679" y="896118"/>
                  <a:pt x="2855660" y="871590"/>
                  <a:pt x="2835392" y="845051"/>
                </a:cubicBezTo>
                <a:cubicBezTo>
                  <a:pt x="2812508" y="872044"/>
                  <a:pt x="2787418" y="896702"/>
                  <a:pt x="2760121" y="919024"/>
                </a:cubicBezTo>
                <a:cubicBezTo>
                  <a:pt x="2732825" y="941346"/>
                  <a:pt x="2703581" y="961332"/>
                  <a:pt x="2672391" y="978982"/>
                </a:cubicBezTo>
                <a:cubicBezTo>
                  <a:pt x="2664778" y="964944"/>
                  <a:pt x="2655087" y="949414"/>
                  <a:pt x="2643321" y="932391"/>
                </a:cubicBezTo>
                <a:cubicBezTo>
                  <a:pt x="2631555" y="915369"/>
                  <a:pt x="2619788" y="900098"/>
                  <a:pt x="2608021" y="886580"/>
                </a:cubicBezTo>
                <a:cubicBezTo>
                  <a:pt x="2601835" y="904705"/>
                  <a:pt x="2595000" y="921923"/>
                  <a:pt x="2587516" y="938231"/>
                </a:cubicBezTo>
                <a:cubicBezTo>
                  <a:pt x="2580032" y="954540"/>
                  <a:pt x="2571640" y="970200"/>
                  <a:pt x="2562339" y="985211"/>
                </a:cubicBezTo>
                <a:cubicBezTo>
                  <a:pt x="2550551" y="974180"/>
                  <a:pt x="2535194" y="961981"/>
                  <a:pt x="2516268" y="948614"/>
                </a:cubicBezTo>
                <a:cubicBezTo>
                  <a:pt x="2497342" y="935246"/>
                  <a:pt x="2480168" y="924605"/>
                  <a:pt x="2464746" y="916688"/>
                </a:cubicBezTo>
                <a:cubicBezTo>
                  <a:pt x="2489657" y="870083"/>
                  <a:pt x="2508243" y="817365"/>
                  <a:pt x="2520503" y="758532"/>
                </a:cubicBezTo>
                <a:cubicBezTo>
                  <a:pt x="2532763" y="699699"/>
                  <a:pt x="2540812" y="640290"/>
                  <a:pt x="2544651" y="580303"/>
                </a:cubicBezTo>
                <a:cubicBezTo>
                  <a:pt x="2548490" y="520317"/>
                  <a:pt x="2550233" y="465291"/>
                  <a:pt x="2549881" y="415225"/>
                </a:cubicBezTo>
                <a:lnTo>
                  <a:pt x="2549881" y="67420"/>
                </a:lnTo>
                <a:cubicBezTo>
                  <a:pt x="2627164" y="62121"/>
                  <a:pt x="2704122" y="54550"/>
                  <a:pt x="2780756" y="44709"/>
                </a:cubicBezTo>
                <a:cubicBezTo>
                  <a:pt x="2857390" y="34867"/>
                  <a:pt x="2924745" y="23404"/>
                  <a:pt x="2982821" y="10318"/>
                </a:cubicBezTo>
                <a:close/>
                <a:moveTo>
                  <a:pt x="5313701" y="6165"/>
                </a:moveTo>
                <a:lnTo>
                  <a:pt x="5422636" y="37312"/>
                </a:lnTo>
                <a:cubicBezTo>
                  <a:pt x="5419093" y="48710"/>
                  <a:pt x="5415550" y="60174"/>
                  <a:pt x="5412006" y="71703"/>
                </a:cubicBezTo>
                <a:cubicBezTo>
                  <a:pt x="5408464" y="83231"/>
                  <a:pt x="5404402" y="94955"/>
                  <a:pt x="5399822" y="106873"/>
                </a:cubicBezTo>
                <a:lnTo>
                  <a:pt x="5591926" y="106873"/>
                </a:lnTo>
                <a:lnTo>
                  <a:pt x="5591926" y="224192"/>
                </a:lnTo>
                <a:lnTo>
                  <a:pt x="5347962" y="224192"/>
                </a:lnTo>
                <a:cubicBezTo>
                  <a:pt x="5340694" y="237624"/>
                  <a:pt x="5333427" y="250472"/>
                  <a:pt x="5326159" y="262736"/>
                </a:cubicBezTo>
                <a:cubicBezTo>
                  <a:pt x="5318892" y="275000"/>
                  <a:pt x="5311624" y="287070"/>
                  <a:pt x="5304357" y="298944"/>
                </a:cubicBezTo>
                <a:lnTo>
                  <a:pt x="5564908" y="298944"/>
                </a:lnTo>
                <a:lnTo>
                  <a:pt x="5564908" y="408996"/>
                </a:lnTo>
                <a:lnTo>
                  <a:pt x="5466190" y="408996"/>
                </a:lnTo>
                <a:lnTo>
                  <a:pt x="5466190" y="510742"/>
                </a:lnTo>
                <a:lnTo>
                  <a:pt x="5584652" y="510742"/>
                </a:lnTo>
                <a:lnTo>
                  <a:pt x="5584652" y="620794"/>
                </a:lnTo>
                <a:lnTo>
                  <a:pt x="5466190" y="620794"/>
                </a:lnTo>
                <a:lnTo>
                  <a:pt x="5466190" y="765153"/>
                </a:lnTo>
                <a:lnTo>
                  <a:pt x="5571143" y="708039"/>
                </a:lnTo>
                <a:cubicBezTo>
                  <a:pt x="5573459" y="725502"/>
                  <a:pt x="5577140" y="744324"/>
                  <a:pt x="5582184" y="764506"/>
                </a:cubicBezTo>
                <a:cubicBezTo>
                  <a:pt x="5587228" y="784688"/>
                  <a:pt x="5592208" y="801164"/>
                  <a:pt x="5597122" y="813933"/>
                </a:cubicBezTo>
                <a:cubicBezTo>
                  <a:pt x="5535652" y="850387"/>
                  <a:pt x="5488514" y="878564"/>
                  <a:pt x="5455708" y="898463"/>
                </a:cubicBezTo>
                <a:cubicBezTo>
                  <a:pt x="5422902" y="918362"/>
                  <a:pt x="5399386" y="933248"/>
                  <a:pt x="5385160" y="943121"/>
                </a:cubicBezTo>
                <a:cubicBezTo>
                  <a:pt x="5370934" y="952994"/>
                  <a:pt x="5360958" y="961119"/>
                  <a:pt x="5355230" y="967496"/>
                </a:cubicBezTo>
                <a:lnTo>
                  <a:pt x="5354191" y="963343"/>
                </a:lnTo>
                <a:lnTo>
                  <a:pt x="5354191" y="967496"/>
                </a:lnTo>
                <a:cubicBezTo>
                  <a:pt x="5347832" y="955730"/>
                  <a:pt x="5338747" y="941887"/>
                  <a:pt x="5326938" y="925967"/>
                </a:cubicBezTo>
                <a:cubicBezTo>
                  <a:pt x="5315128" y="910048"/>
                  <a:pt x="5304486" y="897244"/>
                  <a:pt x="5295012" y="887554"/>
                </a:cubicBezTo>
                <a:cubicBezTo>
                  <a:pt x="5307558" y="878590"/>
                  <a:pt x="5320622" y="864374"/>
                  <a:pt x="5334205" y="844908"/>
                </a:cubicBezTo>
                <a:cubicBezTo>
                  <a:pt x="5347789" y="825442"/>
                  <a:pt x="5355143" y="801631"/>
                  <a:pt x="5356268" y="773473"/>
                </a:cubicBezTo>
                <a:lnTo>
                  <a:pt x="5356268" y="620794"/>
                </a:lnTo>
                <a:lnTo>
                  <a:pt x="5224413" y="620794"/>
                </a:lnTo>
                <a:lnTo>
                  <a:pt x="5224413" y="510742"/>
                </a:lnTo>
                <a:lnTo>
                  <a:pt x="5356268" y="510742"/>
                </a:lnTo>
                <a:lnTo>
                  <a:pt x="5356268" y="408996"/>
                </a:lnTo>
                <a:lnTo>
                  <a:pt x="5278401" y="408996"/>
                </a:lnTo>
                <a:lnTo>
                  <a:pt x="5278401" y="334244"/>
                </a:lnTo>
                <a:cubicBezTo>
                  <a:pt x="5270095" y="344626"/>
                  <a:pt x="5261789" y="353970"/>
                  <a:pt x="5253484" y="362276"/>
                </a:cubicBezTo>
                <a:cubicBezTo>
                  <a:pt x="5248119" y="347676"/>
                  <a:pt x="5239640" y="328080"/>
                  <a:pt x="5228047" y="303486"/>
                </a:cubicBezTo>
                <a:cubicBezTo>
                  <a:pt x="5216454" y="278894"/>
                  <a:pt x="5205898" y="259037"/>
                  <a:pt x="5196381" y="243919"/>
                </a:cubicBezTo>
                <a:cubicBezTo>
                  <a:pt x="5222034" y="213312"/>
                  <a:pt x="5244961" y="177451"/>
                  <a:pt x="5265164" y="136332"/>
                </a:cubicBezTo>
                <a:cubicBezTo>
                  <a:pt x="5285366" y="95214"/>
                  <a:pt x="5301545" y="51825"/>
                  <a:pt x="5313701" y="6165"/>
                </a:cubicBezTo>
                <a:close/>
                <a:moveTo>
                  <a:pt x="3914108" y="5127"/>
                </a:moveTo>
                <a:cubicBezTo>
                  <a:pt x="3938463" y="21868"/>
                  <a:pt x="3963467" y="40816"/>
                  <a:pt x="3989120" y="61969"/>
                </a:cubicBezTo>
                <a:cubicBezTo>
                  <a:pt x="4014772" y="83123"/>
                  <a:pt x="4035105" y="102590"/>
                  <a:pt x="4050116" y="120370"/>
                </a:cubicBezTo>
                <a:lnTo>
                  <a:pt x="3979516" y="181625"/>
                </a:lnTo>
                <a:lnTo>
                  <a:pt x="4077109" y="181625"/>
                </a:lnTo>
                <a:lnTo>
                  <a:pt x="4077109" y="302059"/>
                </a:lnTo>
                <a:lnTo>
                  <a:pt x="3795750" y="302059"/>
                </a:lnTo>
                <a:cubicBezTo>
                  <a:pt x="3803198" y="404202"/>
                  <a:pt x="3814721" y="496040"/>
                  <a:pt x="3830320" y="577573"/>
                </a:cubicBezTo>
                <a:cubicBezTo>
                  <a:pt x="3845919" y="659106"/>
                  <a:pt x="3864517" y="723796"/>
                  <a:pt x="3886115" y="771644"/>
                </a:cubicBezTo>
                <a:cubicBezTo>
                  <a:pt x="3907712" y="819492"/>
                  <a:pt x="3931233" y="843961"/>
                  <a:pt x="3956675" y="845051"/>
                </a:cubicBezTo>
                <a:cubicBezTo>
                  <a:pt x="3967534" y="845505"/>
                  <a:pt x="3976185" y="830840"/>
                  <a:pt x="3982631" y="801056"/>
                </a:cubicBezTo>
                <a:cubicBezTo>
                  <a:pt x="3989076" y="771272"/>
                  <a:pt x="3993576" y="723643"/>
                  <a:pt x="3996128" y="658170"/>
                </a:cubicBezTo>
                <a:cubicBezTo>
                  <a:pt x="4010749" y="673138"/>
                  <a:pt x="4027967" y="687327"/>
                  <a:pt x="4047780" y="700737"/>
                </a:cubicBezTo>
                <a:cubicBezTo>
                  <a:pt x="4067593" y="714148"/>
                  <a:pt x="4086367" y="724184"/>
                  <a:pt x="4104103" y="730846"/>
                </a:cubicBezTo>
                <a:cubicBezTo>
                  <a:pt x="4098085" y="795632"/>
                  <a:pt x="4088895" y="845788"/>
                  <a:pt x="4076533" y="881312"/>
                </a:cubicBezTo>
                <a:cubicBezTo>
                  <a:pt x="4064170" y="916836"/>
                  <a:pt x="4047366" y="941458"/>
                  <a:pt x="4026121" y="955179"/>
                </a:cubicBezTo>
                <a:cubicBezTo>
                  <a:pt x="4004876" y="968901"/>
                  <a:pt x="3977921" y="975450"/>
                  <a:pt x="3945255" y="974829"/>
                </a:cubicBezTo>
                <a:cubicBezTo>
                  <a:pt x="3886365" y="973291"/>
                  <a:pt x="3837683" y="942221"/>
                  <a:pt x="3799211" y="881619"/>
                </a:cubicBezTo>
                <a:cubicBezTo>
                  <a:pt x="3760739" y="821018"/>
                  <a:pt x="3730746" y="740113"/>
                  <a:pt x="3709232" y="638905"/>
                </a:cubicBezTo>
                <a:cubicBezTo>
                  <a:pt x="3687717" y="537698"/>
                  <a:pt x="3672951" y="425415"/>
                  <a:pt x="3664934" y="302059"/>
                </a:cubicBezTo>
                <a:lnTo>
                  <a:pt x="3148936" y="302059"/>
                </a:lnTo>
                <a:lnTo>
                  <a:pt x="3148936" y="181625"/>
                </a:lnTo>
                <a:lnTo>
                  <a:pt x="3658705" y="181625"/>
                </a:lnTo>
                <a:cubicBezTo>
                  <a:pt x="3657666" y="153528"/>
                  <a:pt x="3656888" y="125106"/>
                  <a:pt x="3656369" y="96361"/>
                </a:cubicBezTo>
                <a:cubicBezTo>
                  <a:pt x="3655850" y="67615"/>
                  <a:pt x="3655590" y="38934"/>
                  <a:pt x="3655590" y="10318"/>
                </a:cubicBezTo>
                <a:lnTo>
                  <a:pt x="3788483" y="10318"/>
                </a:lnTo>
                <a:cubicBezTo>
                  <a:pt x="3787942" y="38934"/>
                  <a:pt x="3787726" y="67615"/>
                  <a:pt x="3787834" y="96361"/>
                </a:cubicBezTo>
                <a:cubicBezTo>
                  <a:pt x="3787942" y="125106"/>
                  <a:pt x="3788504" y="153528"/>
                  <a:pt x="3789521" y="181625"/>
                </a:cubicBezTo>
                <a:lnTo>
                  <a:pt x="3953561" y="181625"/>
                </a:lnTo>
                <a:cubicBezTo>
                  <a:pt x="3938831" y="163586"/>
                  <a:pt x="3920272" y="144898"/>
                  <a:pt x="3897886" y="125561"/>
                </a:cubicBezTo>
                <a:cubicBezTo>
                  <a:pt x="3875499" y="106224"/>
                  <a:pt x="3853567" y="88574"/>
                  <a:pt x="3832088" y="72611"/>
                </a:cubicBezTo>
                <a:close/>
                <a:moveTo>
                  <a:pt x="2333930" y="5127"/>
                </a:moveTo>
                <a:lnTo>
                  <a:pt x="2445020" y="5127"/>
                </a:lnTo>
                <a:lnTo>
                  <a:pt x="2445020" y="278180"/>
                </a:lnTo>
                <a:lnTo>
                  <a:pt x="2516657" y="278180"/>
                </a:lnTo>
                <a:lnTo>
                  <a:pt x="2516657" y="387193"/>
                </a:lnTo>
                <a:lnTo>
                  <a:pt x="2263330" y="387193"/>
                </a:lnTo>
                <a:lnTo>
                  <a:pt x="2263330" y="432875"/>
                </a:lnTo>
                <a:cubicBezTo>
                  <a:pt x="2263352" y="443820"/>
                  <a:pt x="2263309" y="455154"/>
                  <a:pt x="2263201" y="466877"/>
                </a:cubicBezTo>
                <a:cubicBezTo>
                  <a:pt x="2263093" y="478600"/>
                  <a:pt x="2262790" y="490454"/>
                  <a:pt x="2262292" y="502436"/>
                </a:cubicBezTo>
                <a:lnTo>
                  <a:pt x="2464746" y="502436"/>
                </a:lnTo>
                <a:lnTo>
                  <a:pt x="2464746" y="916688"/>
                </a:lnTo>
                <a:lnTo>
                  <a:pt x="2464746" y="971714"/>
                </a:lnTo>
                <a:lnTo>
                  <a:pt x="2352618" y="971714"/>
                </a:lnTo>
                <a:lnTo>
                  <a:pt x="2352618" y="611450"/>
                </a:lnTo>
                <a:lnTo>
                  <a:pt x="2258139" y="611450"/>
                </a:lnTo>
                <a:cubicBezTo>
                  <a:pt x="2254354" y="679757"/>
                  <a:pt x="2245573" y="745857"/>
                  <a:pt x="2231794" y="809751"/>
                </a:cubicBezTo>
                <a:cubicBezTo>
                  <a:pt x="2218016" y="873645"/>
                  <a:pt x="2197035" y="930401"/>
                  <a:pt x="2168852" y="980020"/>
                </a:cubicBezTo>
                <a:cubicBezTo>
                  <a:pt x="2158189" y="967864"/>
                  <a:pt x="2144475" y="954281"/>
                  <a:pt x="2127712" y="939270"/>
                </a:cubicBezTo>
                <a:cubicBezTo>
                  <a:pt x="2110949" y="924259"/>
                  <a:pt x="2095938" y="912232"/>
                  <a:pt x="2082679" y="903191"/>
                </a:cubicBezTo>
                <a:cubicBezTo>
                  <a:pt x="2102470" y="860547"/>
                  <a:pt x="2117223" y="812135"/>
                  <a:pt x="2126938" y="757955"/>
                </a:cubicBezTo>
                <a:cubicBezTo>
                  <a:pt x="2136654" y="703775"/>
                  <a:pt x="2143025" y="648442"/>
                  <a:pt x="2146050" y="591954"/>
                </a:cubicBezTo>
                <a:cubicBezTo>
                  <a:pt x="2149075" y="535467"/>
                  <a:pt x="2150446" y="482441"/>
                  <a:pt x="2150164" y="432875"/>
                </a:cubicBezTo>
                <a:lnTo>
                  <a:pt x="2150164" y="32120"/>
                </a:lnTo>
                <a:lnTo>
                  <a:pt x="2263330" y="32120"/>
                </a:lnTo>
                <a:lnTo>
                  <a:pt x="2263330" y="278180"/>
                </a:lnTo>
                <a:lnTo>
                  <a:pt x="2333930" y="278180"/>
                </a:lnTo>
                <a:close/>
                <a:moveTo>
                  <a:pt x="5803727" y="4153"/>
                </a:moveTo>
                <a:lnTo>
                  <a:pt x="5943778" y="13497"/>
                </a:lnTo>
                <a:cubicBezTo>
                  <a:pt x="5938566" y="29546"/>
                  <a:pt x="5933421" y="44947"/>
                  <a:pt x="5928342" y="59698"/>
                </a:cubicBezTo>
                <a:cubicBezTo>
                  <a:pt x="5923264" y="74450"/>
                  <a:pt x="5918380" y="88812"/>
                  <a:pt x="5913692" y="102785"/>
                </a:cubicBezTo>
                <a:lnTo>
                  <a:pt x="6121374" y="102785"/>
                </a:lnTo>
                <a:lnTo>
                  <a:pt x="6121374" y="475378"/>
                </a:lnTo>
                <a:lnTo>
                  <a:pt x="5938582" y="475378"/>
                </a:lnTo>
                <a:lnTo>
                  <a:pt x="5938582" y="545069"/>
                </a:lnTo>
                <a:lnTo>
                  <a:pt x="6148304" y="545069"/>
                </a:lnTo>
                <a:lnTo>
                  <a:pt x="6148304" y="775545"/>
                </a:lnTo>
                <a:cubicBezTo>
                  <a:pt x="6148692" y="800701"/>
                  <a:pt x="6146100" y="820927"/>
                  <a:pt x="6140526" y="836224"/>
                </a:cubicBezTo>
                <a:cubicBezTo>
                  <a:pt x="6134952" y="851521"/>
                  <a:pt x="6124062" y="863446"/>
                  <a:pt x="6107858" y="872000"/>
                </a:cubicBezTo>
                <a:cubicBezTo>
                  <a:pt x="6092801" y="879497"/>
                  <a:pt x="6074690" y="884206"/>
                  <a:pt x="6053524" y="886129"/>
                </a:cubicBezTo>
                <a:cubicBezTo>
                  <a:pt x="6032360" y="888051"/>
                  <a:pt x="6008254" y="888872"/>
                  <a:pt x="5981209" y="888591"/>
                </a:cubicBezTo>
                <a:cubicBezTo>
                  <a:pt x="5979432" y="872540"/>
                  <a:pt x="5975707" y="855129"/>
                  <a:pt x="5970032" y="836356"/>
                </a:cubicBezTo>
                <a:cubicBezTo>
                  <a:pt x="5964358" y="817583"/>
                  <a:pt x="5958032" y="800431"/>
                  <a:pt x="5951058" y="784898"/>
                </a:cubicBezTo>
                <a:cubicBezTo>
                  <a:pt x="5965527" y="785460"/>
                  <a:pt x="5978956" y="785892"/>
                  <a:pt x="5991346" y="786195"/>
                </a:cubicBezTo>
                <a:cubicBezTo>
                  <a:pt x="6003736" y="786497"/>
                  <a:pt x="6012486" y="786411"/>
                  <a:pt x="6017598" y="785936"/>
                </a:cubicBezTo>
                <a:cubicBezTo>
                  <a:pt x="6022710" y="785547"/>
                  <a:pt x="6026262" y="784508"/>
                  <a:pt x="6028254" y="782820"/>
                </a:cubicBezTo>
                <a:cubicBezTo>
                  <a:pt x="6030248" y="781131"/>
                  <a:pt x="6031200" y="778013"/>
                  <a:pt x="6031114" y="773467"/>
                </a:cubicBezTo>
                <a:lnTo>
                  <a:pt x="6031114" y="652914"/>
                </a:lnTo>
                <a:lnTo>
                  <a:pt x="5938582" y="652914"/>
                </a:lnTo>
                <a:lnTo>
                  <a:pt x="5938582" y="971649"/>
                </a:lnTo>
                <a:lnTo>
                  <a:pt x="5819316" y="971649"/>
                </a:lnTo>
                <a:lnTo>
                  <a:pt x="5819316" y="652914"/>
                </a:lnTo>
                <a:lnTo>
                  <a:pt x="5726784" y="652914"/>
                </a:lnTo>
                <a:lnTo>
                  <a:pt x="5726784" y="887554"/>
                </a:lnTo>
                <a:lnTo>
                  <a:pt x="5612709" y="887554"/>
                </a:lnTo>
                <a:lnTo>
                  <a:pt x="5612709" y="545069"/>
                </a:lnTo>
                <a:lnTo>
                  <a:pt x="5819316" y="545069"/>
                </a:lnTo>
                <a:lnTo>
                  <a:pt x="5819316" y="475378"/>
                </a:lnTo>
                <a:lnTo>
                  <a:pt x="5637562" y="475378"/>
                </a:lnTo>
                <a:lnTo>
                  <a:pt x="5637562" y="102785"/>
                </a:lnTo>
                <a:lnTo>
                  <a:pt x="5790218" y="102785"/>
                </a:lnTo>
                <a:cubicBezTo>
                  <a:pt x="5793378" y="85502"/>
                  <a:pt x="5796150" y="68415"/>
                  <a:pt x="5798531" y="51522"/>
                </a:cubicBezTo>
                <a:cubicBezTo>
                  <a:pt x="5800912" y="34629"/>
                  <a:pt x="5802645" y="18840"/>
                  <a:pt x="5803727" y="4153"/>
                </a:cubicBezTo>
                <a:close/>
                <a:moveTo>
                  <a:pt x="1369484" y="2012"/>
                </a:moveTo>
                <a:lnTo>
                  <a:pt x="1484597" y="2012"/>
                </a:lnTo>
                <a:lnTo>
                  <a:pt x="1484597" y="124522"/>
                </a:lnTo>
                <a:lnTo>
                  <a:pt x="1583358" y="124522"/>
                </a:lnTo>
                <a:lnTo>
                  <a:pt x="1583358" y="2012"/>
                </a:lnTo>
                <a:lnTo>
                  <a:pt x="1700548" y="2012"/>
                </a:lnTo>
                <a:lnTo>
                  <a:pt x="1700548" y="124522"/>
                </a:lnTo>
                <a:lnTo>
                  <a:pt x="1924804" y="124522"/>
                </a:lnTo>
                <a:lnTo>
                  <a:pt x="1924804" y="619756"/>
                </a:lnTo>
                <a:lnTo>
                  <a:pt x="2018245" y="619756"/>
                </a:lnTo>
                <a:lnTo>
                  <a:pt x="2018245" y="736037"/>
                </a:lnTo>
                <a:lnTo>
                  <a:pt x="1719260" y="736037"/>
                </a:lnTo>
                <a:cubicBezTo>
                  <a:pt x="1771812" y="761538"/>
                  <a:pt x="1823037" y="787883"/>
                  <a:pt x="1872936" y="815072"/>
                </a:cubicBezTo>
                <a:cubicBezTo>
                  <a:pt x="1922835" y="842260"/>
                  <a:pt x="1964695" y="866788"/>
                  <a:pt x="1998518" y="888656"/>
                </a:cubicBezTo>
                <a:lnTo>
                  <a:pt x="1884356" y="971714"/>
                </a:lnTo>
                <a:cubicBezTo>
                  <a:pt x="1851461" y="947489"/>
                  <a:pt x="1809852" y="920149"/>
                  <a:pt x="1759529" y="889694"/>
                </a:cubicBezTo>
                <a:cubicBezTo>
                  <a:pt x="1709207" y="859240"/>
                  <a:pt x="1657743" y="830862"/>
                  <a:pt x="1605137" y="804560"/>
                </a:cubicBezTo>
                <a:lnTo>
                  <a:pt x="1679807" y="736037"/>
                </a:lnTo>
                <a:lnTo>
                  <a:pt x="1372595" y="736037"/>
                </a:lnTo>
                <a:lnTo>
                  <a:pt x="1470078" y="800407"/>
                </a:lnTo>
                <a:cubicBezTo>
                  <a:pt x="1428046" y="833371"/>
                  <a:pt x="1378011" y="865556"/>
                  <a:pt x="1319974" y="896962"/>
                </a:cubicBezTo>
                <a:cubicBezTo>
                  <a:pt x="1261937" y="928368"/>
                  <a:pt x="1205418" y="954324"/>
                  <a:pt x="1150418" y="974829"/>
                </a:cubicBezTo>
                <a:cubicBezTo>
                  <a:pt x="1137852" y="961180"/>
                  <a:pt x="1122494" y="945910"/>
                  <a:pt x="1104347" y="929017"/>
                </a:cubicBezTo>
                <a:cubicBezTo>
                  <a:pt x="1086200" y="912124"/>
                  <a:pt x="1069025" y="897632"/>
                  <a:pt x="1052825" y="885541"/>
                </a:cubicBezTo>
                <a:cubicBezTo>
                  <a:pt x="1105724" y="867567"/>
                  <a:pt x="1158742" y="844856"/>
                  <a:pt x="1211881" y="817408"/>
                </a:cubicBezTo>
                <a:cubicBezTo>
                  <a:pt x="1265020" y="789960"/>
                  <a:pt x="1309237" y="762836"/>
                  <a:pt x="1344532" y="736037"/>
                </a:cubicBezTo>
                <a:lnTo>
                  <a:pt x="1051787" y="736037"/>
                </a:lnTo>
                <a:lnTo>
                  <a:pt x="1051787" y="619756"/>
                </a:lnTo>
                <a:lnTo>
                  <a:pt x="1154571" y="619756"/>
                </a:lnTo>
                <a:lnTo>
                  <a:pt x="1154571" y="124522"/>
                </a:lnTo>
                <a:lnTo>
                  <a:pt x="1369484" y="124522"/>
                </a:lnTo>
                <a:close/>
                <a:moveTo>
                  <a:pt x="194148" y="974"/>
                </a:moveTo>
                <a:lnTo>
                  <a:pt x="310429" y="54961"/>
                </a:lnTo>
                <a:cubicBezTo>
                  <a:pt x="289838" y="102114"/>
                  <a:pt x="266132" y="149007"/>
                  <a:pt x="239311" y="195641"/>
                </a:cubicBezTo>
                <a:cubicBezTo>
                  <a:pt x="212490" y="242274"/>
                  <a:pt x="184631" y="286053"/>
                  <a:pt x="155734" y="326976"/>
                </a:cubicBezTo>
                <a:lnTo>
                  <a:pt x="253327" y="319709"/>
                </a:lnTo>
                <a:cubicBezTo>
                  <a:pt x="264812" y="302513"/>
                  <a:pt x="275843" y="284993"/>
                  <a:pt x="286420" y="267149"/>
                </a:cubicBezTo>
                <a:cubicBezTo>
                  <a:pt x="296997" y="249304"/>
                  <a:pt x="306731" y="231525"/>
                  <a:pt x="315620" y="213810"/>
                </a:cubicBezTo>
                <a:lnTo>
                  <a:pt x="423596" y="283371"/>
                </a:lnTo>
                <a:cubicBezTo>
                  <a:pt x="394850" y="329399"/>
                  <a:pt x="363573" y="374908"/>
                  <a:pt x="329766" y="419898"/>
                </a:cubicBezTo>
                <a:cubicBezTo>
                  <a:pt x="295959" y="464887"/>
                  <a:pt x="260789" y="507281"/>
                  <a:pt x="224257" y="547080"/>
                </a:cubicBezTo>
                <a:lnTo>
                  <a:pt x="378952" y="521124"/>
                </a:lnTo>
                <a:cubicBezTo>
                  <a:pt x="376832" y="538515"/>
                  <a:pt x="375362" y="557462"/>
                  <a:pt x="374540" y="577967"/>
                </a:cubicBezTo>
                <a:cubicBezTo>
                  <a:pt x="373718" y="598472"/>
                  <a:pt x="373804" y="615863"/>
                  <a:pt x="374799" y="630138"/>
                </a:cubicBezTo>
                <a:cubicBezTo>
                  <a:pt x="290536" y="646500"/>
                  <a:pt x="226269" y="659458"/>
                  <a:pt x="181997" y="669014"/>
                </a:cubicBezTo>
                <a:cubicBezTo>
                  <a:pt x="137725" y="678569"/>
                  <a:pt x="106143" y="686221"/>
                  <a:pt x="87249" y="691970"/>
                </a:cubicBezTo>
                <a:cubicBezTo>
                  <a:pt x="68356" y="697719"/>
                  <a:pt x="54846" y="703064"/>
                  <a:pt x="46720" y="708005"/>
                </a:cubicBezTo>
                <a:cubicBezTo>
                  <a:pt x="43216" y="694768"/>
                  <a:pt x="37506" y="676599"/>
                  <a:pt x="29589" y="653498"/>
                </a:cubicBezTo>
                <a:cubicBezTo>
                  <a:pt x="21673" y="630398"/>
                  <a:pt x="13886" y="610152"/>
                  <a:pt x="6229" y="592762"/>
                </a:cubicBezTo>
                <a:cubicBezTo>
                  <a:pt x="20419" y="589647"/>
                  <a:pt x="34348" y="582639"/>
                  <a:pt x="48018" y="571738"/>
                </a:cubicBezTo>
                <a:cubicBezTo>
                  <a:pt x="61688" y="560837"/>
                  <a:pt x="77175" y="546042"/>
                  <a:pt x="94478" y="527354"/>
                </a:cubicBezTo>
                <a:cubicBezTo>
                  <a:pt x="102503" y="519329"/>
                  <a:pt x="113707" y="506827"/>
                  <a:pt x="128091" y="489848"/>
                </a:cubicBezTo>
                <a:cubicBezTo>
                  <a:pt x="142475" y="472869"/>
                  <a:pt x="158611" y="452840"/>
                  <a:pt x="176498" y="429761"/>
                </a:cubicBezTo>
                <a:cubicBezTo>
                  <a:pt x="130946" y="435320"/>
                  <a:pt x="98502" y="440035"/>
                  <a:pt x="79165" y="443907"/>
                </a:cubicBezTo>
                <a:cubicBezTo>
                  <a:pt x="59828" y="447778"/>
                  <a:pt x="46590" y="451715"/>
                  <a:pt x="39453" y="455716"/>
                </a:cubicBezTo>
                <a:cubicBezTo>
                  <a:pt x="35927" y="442911"/>
                  <a:pt x="30260" y="424916"/>
                  <a:pt x="22452" y="401729"/>
                </a:cubicBezTo>
                <a:cubicBezTo>
                  <a:pt x="14643" y="378542"/>
                  <a:pt x="7159" y="358469"/>
                  <a:pt x="0" y="341512"/>
                </a:cubicBezTo>
                <a:cubicBezTo>
                  <a:pt x="10252" y="338375"/>
                  <a:pt x="20375" y="331670"/>
                  <a:pt x="30368" y="321396"/>
                </a:cubicBezTo>
                <a:cubicBezTo>
                  <a:pt x="40361" y="311122"/>
                  <a:pt x="51003" y="297409"/>
                  <a:pt x="62293" y="280256"/>
                </a:cubicBezTo>
                <a:cubicBezTo>
                  <a:pt x="70420" y="268541"/>
                  <a:pt x="82430" y="248251"/>
                  <a:pt x="98324" y="219385"/>
                </a:cubicBezTo>
                <a:cubicBezTo>
                  <a:pt x="114217" y="190520"/>
                  <a:pt x="130919" y="156925"/>
                  <a:pt x="148428" y="118601"/>
                </a:cubicBezTo>
                <a:cubicBezTo>
                  <a:pt x="165937" y="80276"/>
                  <a:pt x="181177" y="41067"/>
                  <a:pt x="194148" y="974"/>
                </a:cubicBezTo>
                <a:close/>
                <a:moveTo>
                  <a:pt x="4723924" y="0"/>
                </a:moveTo>
                <a:cubicBezTo>
                  <a:pt x="4733462" y="16417"/>
                  <a:pt x="4742677" y="33937"/>
                  <a:pt x="4751566" y="52560"/>
                </a:cubicBezTo>
                <a:cubicBezTo>
                  <a:pt x="4760456" y="71184"/>
                  <a:pt x="4767854" y="88963"/>
                  <a:pt x="4773759" y="105899"/>
                </a:cubicBezTo>
                <a:lnTo>
                  <a:pt x="5065500" y="105899"/>
                </a:lnTo>
                <a:lnTo>
                  <a:pt x="5065500" y="200248"/>
                </a:lnTo>
                <a:lnTo>
                  <a:pt x="4748841" y="200248"/>
                </a:lnTo>
                <a:lnTo>
                  <a:pt x="4748841" y="243983"/>
                </a:lnTo>
                <a:lnTo>
                  <a:pt x="5018780" y="243983"/>
                </a:lnTo>
                <a:lnTo>
                  <a:pt x="5018780" y="323797"/>
                </a:lnTo>
                <a:lnTo>
                  <a:pt x="4748841" y="323797"/>
                </a:lnTo>
                <a:lnTo>
                  <a:pt x="4748841" y="365456"/>
                </a:lnTo>
                <a:lnTo>
                  <a:pt x="5019818" y="365456"/>
                </a:lnTo>
                <a:lnTo>
                  <a:pt x="5019818" y="445269"/>
                </a:lnTo>
                <a:lnTo>
                  <a:pt x="4748841" y="445269"/>
                </a:lnTo>
                <a:lnTo>
                  <a:pt x="4748841" y="491081"/>
                </a:lnTo>
                <a:lnTo>
                  <a:pt x="5090417" y="491081"/>
                </a:lnTo>
                <a:lnTo>
                  <a:pt x="5090417" y="584391"/>
                </a:lnTo>
                <a:lnTo>
                  <a:pt x="4420762" y="584391"/>
                </a:lnTo>
                <a:lnTo>
                  <a:pt x="4420762" y="612482"/>
                </a:lnTo>
                <a:lnTo>
                  <a:pt x="4298252" y="612482"/>
                </a:lnTo>
                <a:lnTo>
                  <a:pt x="4298252" y="315504"/>
                </a:lnTo>
                <a:cubicBezTo>
                  <a:pt x="4279563" y="331962"/>
                  <a:pt x="4260875" y="347918"/>
                  <a:pt x="4242187" y="363373"/>
                </a:cubicBezTo>
                <a:cubicBezTo>
                  <a:pt x="4231676" y="349577"/>
                  <a:pt x="4218178" y="334759"/>
                  <a:pt x="4201697" y="318921"/>
                </a:cubicBezTo>
                <a:cubicBezTo>
                  <a:pt x="4185214" y="303082"/>
                  <a:pt x="4169642" y="290887"/>
                  <a:pt x="4154976" y="282335"/>
                </a:cubicBezTo>
                <a:cubicBezTo>
                  <a:pt x="4212728" y="240411"/>
                  <a:pt x="4262303" y="194948"/>
                  <a:pt x="4303702" y="145944"/>
                </a:cubicBezTo>
                <a:cubicBezTo>
                  <a:pt x="4345101" y="96941"/>
                  <a:pt x="4377546" y="49677"/>
                  <a:pt x="4401036" y="4153"/>
                </a:cubicBezTo>
                <a:lnTo>
                  <a:pt x="4526661" y="28032"/>
                </a:lnTo>
                <a:cubicBezTo>
                  <a:pt x="4511088" y="53988"/>
                  <a:pt x="4494476" y="79944"/>
                  <a:pt x="4476826" y="105899"/>
                </a:cubicBezTo>
                <a:lnTo>
                  <a:pt x="4645018" y="105899"/>
                </a:lnTo>
                <a:cubicBezTo>
                  <a:pt x="4640303" y="92857"/>
                  <a:pt x="4635199" y="80009"/>
                  <a:pt x="4629705" y="67355"/>
                </a:cubicBezTo>
                <a:cubicBezTo>
                  <a:pt x="4624211" y="54702"/>
                  <a:pt x="4618587" y="42632"/>
                  <a:pt x="4612834" y="31147"/>
                </a:cubicBezTo>
                <a:close/>
              </a:path>
            </a:pathLst>
          </a:custGeom>
          <a:gradFill>
            <a:gsLst>
              <a:gs pos="99000">
                <a:srgbClr val="FE2308"/>
              </a:gs>
              <a:gs pos="0">
                <a:srgbClr val="FF8B4D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8200" dirty="0">
              <a:gradFill>
                <a:gsLst>
                  <a:gs pos="99000">
                    <a:srgbClr val="FE2308"/>
                  </a:gs>
                  <a:gs pos="0">
                    <a:srgbClr val="FF8B4D"/>
                  </a:gs>
                </a:gsLst>
                <a:path path="circle">
                  <a:fillToRect r="100000" b="100000"/>
                </a:path>
              </a:gradFill>
              <a:latin typeface="+mj-ea"/>
              <a:ea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5B3958-7D34-41AB-B8B5-7266AAF5A1C7}"/>
              </a:ext>
            </a:extLst>
          </p:cNvPr>
          <p:cNvSpPr txBox="1"/>
          <p:nvPr/>
        </p:nvSpPr>
        <p:spPr>
          <a:xfrm>
            <a:off x="2992511" y="976797"/>
            <a:ext cx="6204385" cy="2564597"/>
          </a:xfrm>
          <a:custGeom>
            <a:avLst/>
            <a:gdLst/>
            <a:ahLst/>
            <a:cxnLst/>
            <a:rect l="l" t="t" r="r" b="b"/>
            <a:pathLst>
              <a:path w="6204385" h="2564597">
                <a:moveTo>
                  <a:pt x="4697730" y="1338844"/>
                </a:moveTo>
                <a:cubicBezTo>
                  <a:pt x="4522623" y="1338844"/>
                  <a:pt x="4379132" y="1371677"/>
                  <a:pt x="4267258" y="1437342"/>
                </a:cubicBezTo>
                <a:cubicBezTo>
                  <a:pt x="4155383" y="1503007"/>
                  <a:pt x="4099446" y="1572321"/>
                  <a:pt x="4099446" y="1645282"/>
                </a:cubicBezTo>
                <a:cubicBezTo>
                  <a:pt x="4131063" y="1757156"/>
                  <a:pt x="4197944" y="1836198"/>
                  <a:pt x="4300090" y="1882407"/>
                </a:cubicBezTo>
                <a:cubicBezTo>
                  <a:pt x="4402237" y="1928616"/>
                  <a:pt x="4534783" y="1951720"/>
                  <a:pt x="4697730" y="1951720"/>
                </a:cubicBezTo>
                <a:cubicBezTo>
                  <a:pt x="4787716" y="1951720"/>
                  <a:pt x="4866758" y="1948681"/>
                  <a:pt x="4934855" y="1942601"/>
                </a:cubicBezTo>
                <a:cubicBezTo>
                  <a:pt x="5002952" y="1936520"/>
                  <a:pt x="5074090" y="1923752"/>
                  <a:pt x="5148267" y="1904296"/>
                </a:cubicBezTo>
                <a:cubicBezTo>
                  <a:pt x="5222445" y="1884839"/>
                  <a:pt x="5279598" y="1853223"/>
                  <a:pt x="5319727" y="1809446"/>
                </a:cubicBezTo>
                <a:cubicBezTo>
                  <a:pt x="5359856" y="1765669"/>
                  <a:pt x="5379920" y="1710948"/>
                  <a:pt x="5379920" y="1645282"/>
                </a:cubicBezTo>
                <a:cubicBezTo>
                  <a:pt x="5379920" y="1562593"/>
                  <a:pt x="5317903" y="1490847"/>
                  <a:pt x="5193868" y="1430046"/>
                </a:cubicBezTo>
                <a:cubicBezTo>
                  <a:pt x="5069834" y="1369245"/>
                  <a:pt x="4904454" y="1338844"/>
                  <a:pt x="4697730" y="1338844"/>
                </a:cubicBezTo>
                <a:close/>
                <a:moveTo>
                  <a:pt x="1834982" y="890131"/>
                </a:moveTo>
                <a:lnTo>
                  <a:pt x="999573" y="1575969"/>
                </a:lnTo>
                <a:lnTo>
                  <a:pt x="1834982" y="1575969"/>
                </a:lnTo>
                <a:close/>
                <a:moveTo>
                  <a:pt x="4796228" y="3649"/>
                </a:moveTo>
                <a:cubicBezTo>
                  <a:pt x="4947015" y="3649"/>
                  <a:pt x="5065577" y="5473"/>
                  <a:pt x="5151916" y="9121"/>
                </a:cubicBezTo>
                <a:cubicBezTo>
                  <a:pt x="5238253" y="12769"/>
                  <a:pt x="5367760" y="29793"/>
                  <a:pt x="5540435" y="60194"/>
                </a:cubicBezTo>
                <a:cubicBezTo>
                  <a:pt x="5713111" y="90594"/>
                  <a:pt x="5890651" y="136195"/>
                  <a:pt x="6073054" y="196997"/>
                </a:cubicBezTo>
                <a:lnTo>
                  <a:pt x="5872410" y="828114"/>
                </a:lnTo>
                <a:cubicBezTo>
                  <a:pt x="5736215" y="784337"/>
                  <a:pt x="5560500" y="747856"/>
                  <a:pt x="5345263" y="718671"/>
                </a:cubicBezTo>
                <a:cubicBezTo>
                  <a:pt x="5130027" y="689487"/>
                  <a:pt x="4947015" y="674894"/>
                  <a:pt x="4796228" y="674894"/>
                </a:cubicBezTo>
                <a:cubicBezTo>
                  <a:pt x="4521407" y="674894"/>
                  <a:pt x="4332315" y="706511"/>
                  <a:pt x="4228953" y="769744"/>
                </a:cubicBezTo>
                <a:cubicBezTo>
                  <a:pt x="4125591" y="832978"/>
                  <a:pt x="4066613" y="959444"/>
                  <a:pt x="4052021" y="1149144"/>
                </a:cubicBezTo>
                <a:cubicBezTo>
                  <a:pt x="4093366" y="1059158"/>
                  <a:pt x="4179704" y="988629"/>
                  <a:pt x="4311035" y="937556"/>
                </a:cubicBezTo>
                <a:cubicBezTo>
                  <a:pt x="4442365" y="886483"/>
                  <a:pt x="4588288" y="860946"/>
                  <a:pt x="4748803" y="860946"/>
                </a:cubicBezTo>
                <a:cubicBezTo>
                  <a:pt x="4807172" y="860946"/>
                  <a:pt x="4855813" y="860946"/>
                  <a:pt x="4894726" y="860946"/>
                </a:cubicBezTo>
                <a:cubicBezTo>
                  <a:pt x="4933639" y="860946"/>
                  <a:pt x="4993832" y="863378"/>
                  <a:pt x="5075306" y="868242"/>
                </a:cubicBezTo>
                <a:cubicBezTo>
                  <a:pt x="5156779" y="873106"/>
                  <a:pt x="5227309" y="880403"/>
                  <a:pt x="5286894" y="890131"/>
                </a:cubicBezTo>
                <a:cubicBezTo>
                  <a:pt x="5346479" y="899859"/>
                  <a:pt x="5418225" y="914451"/>
                  <a:pt x="5502130" y="933908"/>
                </a:cubicBezTo>
                <a:cubicBezTo>
                  <a:pt x="5586036" y="953364"/>
                  <a:pt x="5657782" y="976469"/>
                  <a:pt x="5717367" y="1003221"/>
                </a:cubicBezTo>
                <a:cubicBezTo>
                  <a:pt x="5776952" y="1029974"/>
                  <a:pt x="5839577" y="1065238"/>
                  <a:pt x="5905243" y="1109015"/>
                </a:cubicBezTo>
                <a:cubicBezTo>
                  <a:pt x="5970908" y="1152792"/>
                  <a:pt x="6023805" y="1202041"/>
                  <a:pt x="6063935" y="1256762"/>
                </a:cubicBezTo>
                <a:cubicBezTo>
                  <a:pt x="6104063" y="1311484"/>
                  <a:pt x="6137503" y="1376541"/>
                  <a:pt x="6164256" y="1451934"/>
                </a:cubicBezTo>
                <a:cubicBezTo>
                  <a:pt x="6191009" y="1527328"/>
                  <a:pt x="6204385" y="1611234"/>
                  <a:pt x="6204385" y="1703652"/>
                </a:cubicBezTo>
                <a:cubicBezTo>
                  <a:pt x="6204385" y="1754725"/>
                  <a:pt x="6200129" y="1804582"/>
                  <a:pt x="6191617" y="1853223"/>
                </a:cubicBezTo>
                <a:cubicBezTo>
                  <a:pt x="6183105" y="1901863"/>
                  <a:pt x="6166081" y="1955369"/>
                  <a:pt x="6140543" y="2013738"/>
                </a:cubicBezTo>
                <a:cubicBezTo>
                  <a:pt x="6115007" y="2072107"/>
                  <a:pt x="6081567" y="2126828"/>
                  <a:pt x="6040222" y="2177901"/>
                </a:cubicBezTo>
                <a:cubicBezTo>
                  <a:pt x="5998877" y="2228974"/>
                  <a:pt x="5941723" y="2278831"/>
                  <a:pt x="5868762" y="2327472"/>
                </a:cubicBezTo>
                <a:cubicBezTo>
                  <a:pt x="5795801" y="2376113"/>
                  <a:pt x="5711895" y="2417458"/>
                  <a:pt x="5617045" y="2451507"/>
                </a:cubicBezTo>
                <a:cubicBezTo>
                  <a:pt x="5522195" y="2485556"/>
                  <a:pt x="5406065" y="2512916"/>
                  <a:pt x="5268654" y="2533589"/>
                </a:cubicBezTo>
                <a:cubicBezTo>
                  <a:pt x="5131243" y="2554261"/>
                  <a:pt x="4978632" y="2564597"/>
                  <a:pt x="4810820" y="2564597"/>
                </a:cubicBezTo>
                <a:cubicBezTo>
                  <a:pt x="4353595" y="2564597"/>
                  <a:pt x="4005812" y="2505012"/>
                  <a:pt x="3767471" y="2385841"/>
                </a:cubicBezTo>
                <a:cubicBezTo>
                  <a:pt x="3529130" y="2266671"/>
                  <a:pt x="3373479" y="2069675"/>
                  <a:pt x="3300517" y="1794853"/>
                </a:cubicBezTo>
                <a:lnTo>
                  <a:pt x="3296869" y="1794853"/>
                </a:lnTo>
                <a:cubicBezTo>
                  <a:pt x="3296869" y="1792421"/>
                  <a:pt x="3296869" y="1791206"/>
                  <a:pt x="3296869" y="1791206"/>
                </a:cubicBezTo>
                <a:cubicBezTo>
                  <a:pt x="3257957" y="1650146"/>
                  <a:pt x="3238500" y="1481119"/>
                  <a:pt x="3238500" y="1284123"/>
                </a:cubicBezTo>
                <a:cubicBezTo>
                  <a:pt x="3238500" y="1126040"/>
                  <a:pt x="3256133" y="982549"/>
                  <a:pt x="3291397" y="853650"/>
                </a:cubicBezTo>
                <a:cubicBezTo>
                  <a:pt x="3326662" y="724751"/>
                  <a:pt x="3372871" y="616525"/>
                  <a:pt x="3430024" y="528971"/>
                </a:cubicBezTo>
                <a:cubicBezTo>
                  <a:pt x="3487177" y="441418"/>
                  <a:pt x="3558315" y="364808"/>
                  <a:pt x="3643437" y="299143"/>
                </a:cubicBezTo>
                <a:cubicBezTo>
                  <a:pt x="3728558" y="233477"/>
                  <a:pt x="3814896" y="182404"/>
                  <a:pt x="3902450" y="145923"/>
                </a:cubicBezTo>
                <a:cubicBezTo>
                  <a:pt x="3990004" y="109443"/>
                  <a:pt x="4088502" y="79650"/>
                  <a:pt x="4197944" y="56546"/>
                </a:cubicBezTo>
                <a:cubicBezTo>
                  <a:pt x="4307387" y="33441"/>
                  <a:pt x="4407709" y="18849"/>
                  <a:pt x="4498910" y="12769"/>
                </a:cubicBezTo>
                <a:cubicBezTo>
                  <a:pt x="4590112" y="6688"/>
                  <a:pt x="4689218" y="3649"/>
                  <a:pt x="4796228" y="3649"/>
                </a:cubicBezTo>
                <a:close/>
                <a:moveTo>
                  <a:pt x="1889703" y="0"/>
                </a:moveTo>
                <a:lnTo>
                  <a:pt x="2677687" y="0"/>
                </a:lnTo>
                <a:lnTo>
                  <a:pt x="2677687" y="310087"/>
                </a:lnTo>
                <a:lnTo>
                  <a:pt x="2677687" y="1572321"/>
                </a:lnTo>
                <a:lnTo>
                  <a:pt x="3035199" y="1572321"/>
                </a:lnTo>
                <a:lnTo>
                  <a:pt x="3035199" y="2294640"/>
                </a:lnTo>
                <a:lnTo>
                  <a:pt x="2677687" y="2294640"/>
                </a:lnTo>
                <a:lnTo>
                  <a:pt x="2677687" y="2564597"/>
                </a:lnTo>
                <a:lnTo>
                  <a:pt x="1834982" y="2564597"/>
                </a:lnTo>
                <a:lnTo>
                  <a:pt x="1834982" y="2294640"/>
                </a:lnTo>
                <a:lnTo>
                  <a:pt x="0" y="2294640"/>
                </a:lnTo>
                <a:lnTo>
                  <a:pt x="0" y="1444638"/>
                </a:lnTo>
                <a:cubicBezTo>
                  <a:pt x="2432" y="1442206"/>
                  <a:pt x="119779" y="1352220"/>
                  <a:pt x="352039" y="1174681"/>
                </a:cubicBezTo>
                <a:cubicBezTo>
                  <a:pt x="584300" y="997141"/>
                  <a:pt x="858514" y="787377"/>
                  <a:pt x="1174681" y="545388"/>
                </a:cubicBezTo>
                <a:cubicBezTo>
                  <a:pt x="1490847" y="303399"/>
                  <a:pt x="1729188" y="121603"/>
                  <a:pt x="1889703" y="0"/>
                </a:cubicBezTo>
                <a:close/>
              </a:path>
            </a:pathLst>
          </a:custGeom>
          <a:gradFill>
            <a:gsLst>
              <a:gs pos="99000">
                <a:srgbClr val="FE2308"/>
              </a:gs>
              <a:gs pos="0">
                <a:srgbClr val="FF8B4D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700" dirty="0">
              <a:gradFill>
                <a:gsLst>
                  <a:gs pos="99000">
                    <a:srgbClr val="FE2308"/>
                  </a:gs>
                  <a:gs pos="0">
                    <a:srgbClr val="FF8B4D"/>
                  </a:gs>
                </a:gsLst>
                <a:path path="circle">
                  <a:fillToRect r="100000" b="100000"/>
                </a:path>
              </a:gradFill>
              <a:latin typeface="Hans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89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0D56AA-7329-4A22-8506-FFBBBE98EBDF}"/>
              </a:ext>
            </a:extLst>
          </p:cNvPr>
          <p:cNvSpPr/>
          <p:nvPr/>
        </p:nvSpPr>
        <p:spPr>
          <a:xfrm>
            <a:off x="0" y="1"/>
            <a:ext cx="753464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04DCDB5-ACAB-447B-9BE3-5FE5289CAB29}"/>
              </a:ext>
            </a:extLst>
          </p:cNvPr>
          <p:cNvSpPr/>
          <p:nvPr/>
        </p:nvSpPr>
        <p:spPr>
          <a:xfrm>
            <a:off x="1005840" y="3013619"/>
            <a:ext cx="6528809" cy="3844380"/>
          </a:xfrm>
          <a:custGeom>
            <a:avLst/>
            <a:gdLst>
              <a:gd name="connsiteX0" fmla="*/ 3317076 w 4710897"/>
              <a:gd name="connsiteY0" fmla="*/ 0 h 2773933"/>
              <a:gd name="connsiteX1" fmla="*/ 4710897 w 4710897"/>
              <a:gd name="connsiteY1" fmla="*/ 1811284 h 2773933"/>
              <a:gd name="connsiteX2" fmla="*/ 4710897 w 4710897"/>
              <a:gd name="connsiteY2" fmla="*/ 2773933 h 2773933"/>
              <a:gd name="connsiteX3" fmla="*/ 1736857 w 4710897"/>
              <a:gd name="connsiteY3" fmla="*/ 2773933 h 2773933"/>
              <a:gd name="connsiteX4" fmla="*/ 1182476 w 4710897"/>
              <a:gd name="connsiteY4" fmla="*/ 2773933 h 2773933"/>
              <a:gd name="connsiteX5" fmla="*/ 0 w 4710897"/>
              <a:gd name="connsiteY5" fmla="*/ 2773933 h 2773933"/>
              <a:gd name="connsiteX6" fmla="*/ 868429 w 4710897"/>
              <a:gd name="connsiteY6" fmla="*/ 1645402 h 2773933"/>
              <a:gd name="connsiteX7" fmla="*/ 1459667 w 4710897"/>
              <a:gd name="connsiteY7" fmla="*/ 2413721 h 277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10897" h="2773933">
                <a:moveTo>
                  <a:pt x="3317076" y="0"/>
                </a:moveTo>
                <a:lnTo>
                  <a:pt x="4710897" y="1811284"/>
                </a:lnTo>
                <a:lnTo>
                  <a:pt x="4710897" y="2773933"/>
                </a:lnTo>
                <a:lnTo>
                  <a:pt x="1736857" y="2773933"/>
                </a:lnTo>
                <a:lnTo>
                  <a:pt x="1182476" y="2773933"/>
                </a:lnTo>
                <a:lnTo>
                  <a:pt x="0" y="2773933"/>
                </a:lnTo>
                <a:lnTo>
                  <a:pt x="868429" y="1645402"/>
                </a:lnTo>
                <a:lnTo>
                  <a:pt x="1459667" y="241372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997446F-0E7A-4AFA-A465-8970FC49F83A}"/>
              </a:ext>
            </a:extLst>
          </p:cNvPr>
          <p:cNvSpPr/>
          <p:nvPr/>
        </p:nvSpPr>
        <p:spPr>
          <a:xfrm>
            <a:off x="1174807" y="937757"/>
            <a:ext cx="1781922" cy="2075860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C1BE89-1E92-4207-9E07-AEAD44207882}"/>
              </a:ext>
            </a:extLst>
          </p:cNvPr>
          <p:cNvSpPr/>
          <p:nvPr/>
        </p:nvSpPr>
        <p:spPr>
          <a:xfrm>
            <a:off x="6096000" y="692150"/>
            <a:ext cx="5400675" cy="5473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algn="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121CB2-24B3-46C2-AFEF-F92C4FDD21D2}"/>
              </a:ext>
            </a:extLst>
          </p:cNvPr>
          <p:cNvSpPr/>
          <p:nvPr/>
        </p:nvSpPr>
        <p:spPr>
          <a:xfrm>
            <a:off x="6696075" y="1280160"/>
            <a:ext cx="1604436" cy="5918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7520A5-EB36-42A7-A438-05C12F2101BB}"/>
              </a:ext>
            </a:extLst>
          </p:cNvPr>
          <p:cNvSpPr/>
          <p:nvPr/>
        </p:nvSpPr>
        <p:spPr>
          <a:xfrm>
            <a:off x="6696075" y="3070428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6CF4A-FBDA-4F71-A988-2EF84B62AA69}"/>
              </a:ext>
            </a:extLst>
          </p:cNvPr>
          <p:cNvSpPr/>
          <p:nvPr/>
        </p:nvSpPr>
        <p:spPr>
          <a:xfrm>
            <a:off x="6696075" y="3402851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0A4A01-ADE8-4A37-8DBB-327D95E19BC0}"/>
              </a:ext>
            </a:extLst>
          </p:cNvPr>
          <p:cNvSpPr/>
          <p:nvPr/>
        </p:nvSpPr>
        <p:spPr>
          <a:xfrm>
            <a:off x="6696075" y="3735273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43F612-34F6-4AB9-AD8B-FB05D1CB2329}"/>
              </a:ext>
            </a:extLst>
          </p:cNvPr>
          <p:cNvSpPr/>
          <p:nvPr/>
        </p:nvSpPr>
        <p:spPr>
          <a:xfrm>
            <a:off x="6696075" y="4067695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4A8550-0FF7-4E1E-84EC-33A2BF88EF0E}"/>
              </a:ext>
            </a:extLst>
          </p:cNvPr>
          <p:cNvSpPr/>
          <p:nvPr/>
        </p:nvSpPr>
        <p:spPr>
          <a:xfrm>
            <a:off x="6696075" y="4400118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743F17-304B-4610-B8EA-9C0A7F59FD04}"/>
              </a:ext>
            </a:extLst>
          </p:cNvPr>
          <p:cNvSpPr/>
          <p:nvPr/>
        </p:nvSpPr>
        <p:spPr>
          <a:xfrm>
            <a:off x="6696075" y="4732540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2330B5-54C9-4F4E-860E-4FD49C01903D}"/>
              </a:ext>
            </a:extLst>
          </p:cNvPr>
          <p:cNvSpPr/>
          <p:nvPr/>
        </p:nvSpPr>
        <p:spPr>
          <a:xfrm>
            <a:off x="6696075" y="5064962"/>
            <a:ext cx="4200526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124746-AD7E-4B96-A493-393D1A972720}"/>
              </a:ext>
            </a:extLst>
          </p:cNvPr>
          <p:cNvSpPr/>
          <p:nvPr/>
        </p:nvSpPr>
        <p:spPr>
          <a:xfrm>
            <a:off x="6696075" y="5397382"/>
            <a:ext cx="3114675" cy="180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5AC819-4639-4D88-9E13-2A2F972B831C}"/>
              </a:ext>
            </a:extLst>
          </p:cNvPr>
          <p:cNvSpPr/>
          <p:nvPr/>
        </p:nvSpPr>
        <p:spPr>
          <a:xfrm>
            <a:off x="6696075" y="2023278"/>
            <a:ext cx="2623044" cy="5918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10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3C3046-A2F3-4DA4-BFE7-38D6B725A3B4}"/>
              </a:ext>
            </a:extLst>
          </p:cNvPr>
          <p:cNvSpPr/>
          <p:nvPr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A71548A3-1031-4028-A250-2715C37C48EE}"/>
              </a:ext>
            </a:extLst>
          </p:cNvPr>
          <p:cNvSpPr/>
          <p:nvPr/>
        </p:nvSpPr>
        <p:spPr>
          <a:xfrm>
            <a:off x="1174807" y="236717"/>
            <a:ext cx="1781922" cy="2075860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095D78B-A4BB-41A0-84C4-0401C7C7B67C}"/>
              </a:ext>
            </a:extLst>
          </p:cNvPr>
          <p:cNvSpPr/>
          <p:nvPr/>
        </p:nvSpPr>
        <p:spPr>
          <a:xfrm>
            <a:off x="6547486" y="620194"/>
            <a:ext cx="5644514" cy="2808805"/>
          </a:xfrm>
          <a:custGeom>
            <a:avLst/>
            <a:gdLst>
              <a:gd name="connsiteX0" fmla="*/ 3504125 w 5644514"/>
              <a:gd name="connsiteY0" fmla="*/ 0 h 2808805"/>
              <a:gd name="connsiteX1" fmla="*/ 5644514 w 5644514"/>
              <a:gd name="connsiteY1" fmla="*/ 1715674 h 2808805"/>
              <a:gd name="connsiteX2" fmla="*/ 5644514 w 5644514"/>
              <a:gd name="connsiteY2" fmla="*/ 2808805 h 2808805"/>
              <a:gd name="connsiteX3" fmla="*/ 0 w 5644514"/>
              <a:gd name="connsiteY3" fmla="*/ 2808805 h 280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4514" h="2808805">
                <a:moveTo>
                  <a:pt x="3504125" y="0"/>
                </a:moveTo>
                <a:lnTo>
                  <a:pt x="5644514" y="1715674"/>
                </a:lnTo>
                <a:lnTo>
                  <a:pt x="5644514" y="2808805"/>
                </a:lnTo>
                <a:lnTo>
                  <a:pt x="0" y="280880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B233C40C-5F36-4D07-9E93-35F44930E6B6}"/>
              </a:ext>
            </a:extLst>
          </p:cNvPr>
          <p:cNvSpPr/>
          <p:nvPr/>
        </p:nvSpPr>
        <p:spPr>
          <a:xfrm>
            <a:off x="4648538" y="1912145"/>
            <a:ext cx="3784703" cy="151685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D84A1E-61DD-46F0-8BEA-49391B3F98D2}"/>
              </a:ext>
            </a:extLst>
          </p:cNvPr>
          <p:cNvSpPr/>
          <p:nvPr/>
        </p:nvSpPr>
        <p:spPr>
          <a:xfrm>
            <a:off x="695325" y="2312577"/>
            <a:ext cx="10801350" cy="38532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1500" dist="444500" dir="5400000" sx="93000" sy="93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17AD96-EC86-4E44-ADC0-F9DDF3F03DC5}"/>
              </a:ext>
            </a:extLst>
          </p:cNvPr>
          <p:cNvSpPr/>
          <p:nvPr/>
        </p:nvSpPr>
        <p:spPr>
          <a:xfrm>
            <a:off x="1472522" y="2834811"/>
            <a:ext cx="1604436" cy="386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4F99F7-7577-4E47-975C-F3A1C8B964A0}"/>
              </a:ext>
            </a:extLst>
          </p:cNvPr>
          <p:cNvSpPr/>
          <p:nvPr/>
        </p:nvSpPr>
        <p:spPr>
          <a:xfrm>
            <a:off x="1472522" y="4004864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7786D-4637-4FA4-8377-F026D06B665B}"/>
              </a:ext>
            </a:extLst>
          </p:cNvPr>
          <p:cNvSpPr/>
          <p:nvPr/>
        </p:nvSpPr>
        <p:spPr>
          <a:xfrm>
            <a:off x="1472522" y="4222123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34DF44-8C51-4BD2-B22A-DA9A59D76858}"/>
              </a:ext>
            </a:extLst>
          </p:cNvPr>
          <p:cNvSpPr/>
          <p:nvPr/>
        </p:nvSpPr>
        <p:spPr>
          <a:xfrm>
            <a:off x="1472522" y="4439382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7D5B75-4CBB-4F4A-99BC-937E4524C999}"/>
              </a:ext>
            </a:extLst>
          </p:cNvPr>
          <p:cNvSpPr/>
          <p:nvPr/>
        </p:nvSpPr>
        <p:spPr>
          <a:xfrm>
            <a:off x="1472522" y="4656641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C07879-460D-489F-A339-8C98D6D5A17B}"/>
              </a:ext>
            </a:extLst>
          </p:cNvPr>
          <p:cNvSpPr/>
          <p:nvPr/>
        </p:nvSpPr>
        <p:spPr>
          <a:xfrm>
            <a:off x="1472522" y="4873900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44F724-804C-4853-AC7D-66D29290CE4F}"/>
              </a:ext>
            </a:extLst>
          </p:cNvPr>
          <p:cNvSpPr/>
          <p:nvPr/>
        </p:nvSpPr>
        <p:spPr>
          <a:xfrm>
            <a:off x="1472522" y="5091159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5CFD95-E7A2-454B-8024-CBF87AA9A2A9}"/>
              </a:ext>
            </a:extLst>
          </p:cNvPr>
          <p:cNvSpPr/>
          <p:nvPr/>
        </p:nvSpPr>
        <p:spPr>
          <a:xfrm>
            <a:off x="1472522" y="5308418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2BBC3E-1A96-4208-BE1A-6646DB6537E9}"/>
              </a:ext>
            </a:extLst>
          </p:cNvPr>
          <p:cNvSpPr/>
          <p:nvPr/>
        </p:nvSpPr>
        <p:spPr>
          <a:xfrm>
            <a:off x="1472522" y="5525675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C92FB8-4544-4AA6-8B69-28508B42EABE}"/>
              </a:ext>
            </a:extLst>
          </p:cNvPr>
          <p:cNvSpPr/>
          <p:nvPr/>
        </p:nvSpPr>
        <p:spPr>
          <a:xfrm>
            <a:off x="1472522" y="3320486"/>
            <a:ext cx="2623044" cy="386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B704AD-C28E-49DF-B5E1-397974758EEC}"/>
              </a:ext>
            </a:extLst>
          </p:cNvPr>
          <p:cNvSpPr/>
          <p:nvPr/>
        </p:nvSpPr>
        <p:spPr>
          <a:xfrm>
            <a:off x="6518952" y="2834811"/>
            <a:ext cx="1604436" cy="386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1CDE50-37DB-4A7F-80A5-39214124140A}"/>
              </a:ext>
            </a:extLst>
          </p:cNvPr>
          <p:cNvSpPr/>
          <p:nvPr/>
        </p:nvSpPr>
        <p:spPr>
          <a:xfrm>
            <a:off x="6518952" y="4004864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B00504-5140-48FC-9BD7-2100826F5594}"/>
              </a:ext>
            </a:extLst>
          </p:cNvPr>
          <p:cNvSpPr/>
          <p:nvPr/>
        </p:nvSpPr>
        <p:spPr>
          <a:xfrm>
            <a:off x="6518952" y="4222123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75F62-A785-4F89-BD7D-9D5655F217B3}"/>
              </a:ext>
            </a:extLst>
          </p:cNvPr>
          <p:cNvSpPr/>
          <p:nvPr/>
        </p:nvSpPr>
        <p:spPr>
          <a:xfrm>
            <a:off x="6518952" y="4439382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02F075-3532-416C-9140-68F3492C2B1D}"/>
              </a:ext>
            </a:extLst>
          </p:cNvPr>
          <p:cNvSpPr/>
          <p:nvPr/>
        </p:nvSpPr>
        <p:spPr>
          <a:xfrm>
            <a:off x="6518952" y="4656641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C0561A-1D73-4ED1-8BF5-5B11256C6570}"/>
              </a:ext>
            </a:extLst>
          </p:cNvPr>
          <p:cNvSpPr/>
          <p:nvPr/>
        </p:nvSpPr>
        <p:spPr>
          <a:xfrm>
            <a:off x="6518952" y="4873900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61D99D-F6AC-473D-8147-52D687FCCE8C}"/>
              </a:ext>
            </a:extLst>
          </p:cNvPr>
          <p:cNvSpPr/>
          <p:nvPr/>
        </p:nvSpPr>
        <p:spPr>
          <a:xfrm>
            <a:off x="6518952" y="5091159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27BB36-8AB5-4FDA-A284-F50E7AF496CB}"/>
              </a:ext>
            </a:extLst>
          </p:cNvPr>
          <p:cNvSpPr/>
          <p:nvPr/>
        </p:nvSpPr>
        <p:spPr>
          <a:xfrm>
            <a:off x="6518952" y="5308418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4A7A16-F757-42B9-BDC8-C6A5DDDE81E5}"/>
              </a:ext>
            </a:extLst>
          </p:cNvPr>
          <p:cNvSpPr/>
          <p:nvPr/>
        </p:nvSpPr>
        <p:spPr>
          <a:xfrm>
            <a:off x="6518952" y="5525675"/>
            <a:ext cx="4200526" cy="117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5E8403-9182-4178-83B0-11190FF210DB}"/>
              </a:ext>
            </a:extLst>
          </p:cNvPr>
          <p:cNvSpPr/>
          <p:nvPr/>
        </p:nvSpPr>
        <p:spPr>
          <a:xfrm>
            <a:off x="6518952" y="3320486"/>
            <a:ext cx="2623044" cy="386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4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9650D3-8673-4575-B17B-CC93C6361D31}"/>
              </a:ext>
            </a:extLst>
          </p:cNvPr>
          <p:cNvSpPr/>
          <p:nvPr/>
        </p:nvSpPr>
        <p:spPr>
          <a:xfrm>
            <a:off x="7486255" y="1674390"/>
            <a:ext cx="3865958" cy="458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C0AAFF-AD97-4679-A0BC-2A2BD38C858A}"/>
              </a:ext>
            </a:extLst>
          </p:cNvPr>
          <p:cNvSpPr/>
          <p:nvPr/>
        </p:nvSpPr>
        <p:spPr>
          <a:xfrm>
            <a:off x="874713" y="1674390"/>
            <a:ext cx="3834367" cy="458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3DC19A54-C352-4731-8F80-D34C3769DE71}"/>
              </a:ext>
            </a:extLst>
          </p:cNvPr>
          <p:cNvSpPr/>
          <p:nvPr/>
        </p:nvSpPr>
        <p:spPr>
          <a:xfrm rot="5400000" flipH="1">
            <a:off x="2879406" y="3499114"/>
            <a:ext cx="4583534" cy="93408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764C5469-FB8C-4D24-81EB-8FA189C4EB0D}"/>
              </a:ext>
            </a:extLst>
          </p:cNvPr>
          <p:cNvSpPr/>
          <p:nvPr/>
        </p:nvSpPr>
        <p:spPr>
          <a:xfrm rot="16200000">
            <a:off x="4727445" y="3499115"/>
            <a:ext cx="4583534" cy="93408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020428A-C49D-4055-903E-25A3F66C9DC5}"/>
              </a:ext>
            </a:extLst>
          </p:cNvPr>
          <p:cNvSpPr/>
          <p:nvPr/>
        </p:nvSpPr>
        <p:spPr>
          <a:xfrm>
            <a:off x="5433060" y="3341914"/>
            <a:ext cx="1325880" cy="1325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BE1BC1B-4E71-4E3B-962D-52563861F2C8}"/>
              </a:ext>
            </a:extLst>
          </p:cNvPr>
          <p:cNvSpPr>
            <a:spLocks/>
          </p:cNvSpPr>
          <p:nvPr/>
        </p:nvSpPr>
        <p:spPr bwMode="auto">
          <a:xfrm>
            <a:off x="5438710" y="3618913"/>
            <a:ext cx="1320230" cy="761498"/>
          </a:xfrm>
          <a:custGeom>
            <a:avLst/>
            <a:gdLst>
              <a:gd name="T0" fmla="*/ 0 w 2474"/>
              <a:gd name="T1" fmla="*/ 429 h 852"/>
              <a:gd name="T2" fmla="*/ 133 w 2474"/>
              <a:gd name="T3" fmla="*/ 429 h 852"/>
              <a:gd name="T4" fmla="*/ 133 w 2474"/>
              <a:gd name="T5" fmla="*/ 268 h 852"/>
              <a:gd name="T6" fmla="*/ 313 w 2474"/>
              <a:gd name="T7" fmla="*/ 579 h 852"/>
              <a:gd name="T8" fmla="*/ 313 w 2474"/>
              <a:gd name="T9" fmla="*/ 113 h 852"/>
              <a:gd name="T10" fmla="*/ 740 w 2474"/>
              <a:gd name="T11" fmla="*/ 852 h 852"/>
              <a:gd name="T12" fmla="*/ 740 w 2474"/>
              <a:gd name="T13" fmla="*/ 268 h 852"/>
              <a:gd name="T14" fmla="*/ 920 w 2474"/>
              <a:gd name="T15" fmla="*/ 579 h 852"/>
              <a:gd name="T16" fmla="*/ 920 w 2474"/>
              <a:gd name="T17" fmla="*/ 0 h 852"/>
              <a:gd name="T18" fmla="*/ 1409 w 2474"/>
              <a:gd name="T19" fmla="*/ 847 h 852"/>
              <a:gd name="T20" fmla="*/ 1409 w 2474"/>
              <a:gd name="T21" fmla="*/ 268 h 852"/>
              <a:gd name="T22" fmla="*/ 1589 w 2474"/>
              <a:gd name="T23" fmla="*/ 579 h 852"/>
              <a:gd name="T24" fmla="*/ 1589 w 2474"/>
              <a:gd name="T25" fmla="*/ 113 h 852"/>
              <a:gd name="T26" fmla="*/ 2013 w 2474"/>
              <a:gd name="T27" fmla="*/ 847 h 852"/>
              <a:gd name="T28" fmla="*/ 2013 w 2474"/>
              <a:gd name="T29" fmla="*/ 0 h 852"/>
              <a:gd name="T30" fmla="*/ 2351 w 2474"/>
              <a:gd name="T31" fmla="*/ 586 h 852"/>
              <a:gd name="T32" fmla="*/ 2351 w 2474"/>
              <a:gd name="T33" fmla="*/ 429 h 852"/>
              <a:gd name="T34" fmla="*/ 2474 w 2474"/>
              <a:gd name="T35" fmla="*/ 429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74" h="852">
                <a:moveTo>
                  <a:pt x="0" y="429"/>
                </a:moveTo>
                <a:lnTo>
                  <a:pt x="133" y="429"/>
                </a:lnTo>
                <a:lnTo>
                  <a:pt x="133" y="268"/>
                </a:lnTo>
                <a:lnTo>
                  <a:pt x="313" y="579"/>
                </a:lnTo>
                <a:lnTo>
                  <a:pt x="313" y="113"/>
                </a:lnTo>
                <a:lnTo>
                  <a:pt x="740" y="852"/>
                </a:lnTo>
                <a:lnTo>
                  <a:pt x="740" y="268"/>
                </a:lnTo>
                <a:lnTo>
                  <a:pt x="920" y="579"/>
                </a:lnTo>
                <a:lnTo>
                  <a:pt x="920" y="0"/>
                </a:lnTo>
                <a:lnTo>
                  <a:pt x="1409" y="847"/>
                </a:lnTo>
                <a:lnTo>
                  <a:pt x="1409" y="268"/>
                </a:lnTo>
                <a:lnTo>
                  <a:pt x="1589" y="579"/>
                </a:lnTo>
                <a:lnTo>
                  <a:pt x="1589" y="113"/>
                </a:lnTo>
                <a:lnTo>
                  <a:pt x="2013" y="847"/>
                </a:lnTo>
                <a:lnTo>
                  <a:pt x="2013" y="0"/>
                </a:lnTo>
                <a:lnTo>
                  <a:pt x="2351" y="586"/>
                </a:lnTo>
                <a:lnTo>
                  <a:pt x="2351" y="429"/>
                </a:lnTo>
                <a:lnTo>
                  <a:pt x="2474" y="429"/>
                </a:lnTo>
              </a:path>
            </a:pathLst>
          </a:custGeom>
          <a:noFill/>
          <a:ln w="22225" cap="flat" cmpd="sng">
            <a:solidFill>
              <a:schemeClr val="bg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0CE4DB-0A42-4519-8600-C58AE5DA71BF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72A9816-588E-462A-B0ED-088926DBFDFA}"/>
              </a:ext>
            </a:extLst>
          </p:cNvPr>
          <p:cNvGrpSpPr/>
          <p:nvPr/>
        </p:nvGrpSpPr>
        <p:grpSpPr>
          <a:xfrm>
            <a:off x="1431585" y="2410010"/>
            <a:ext cx="3269720" cy="3112294"/>
            <a:chOff x="1431585" y="2410010"/>
            <a:chExt cx="3269720" cy="311229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5CA1BBD-036D-4FCC-9DA4-FA29697125F4}"/>
                </a:ext>
              </a:extLst>
            </p:cNvPr>
            <p:cNvSpPr/>
            <p:nvPr/>
          </p:nvSpPr>
          <p:spPr>
            <a:xfrm>
              <a:off x="1431585" y="2835076"/>
              <a:ext cx="2371231" cy="3777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6E3E42-A0A2-4D02-9B78-FB04DA3AC24B}"/>
                </a:ext>
              </a:extLst>
            </p:cNvPr>
            <p:cNvSpPr/>
            <p:nvPr/>
          </p:nvSpPr>
          <p:spPr>
            <a:xfrm>
              <a:off x="1431586" y="3567374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E3B376-D33D-4727-853A-7786EAC6C285}"/>
                </a:ext>
              </a:extLst>
            </p:cNvPr>
            <p:cNvSpPr/>
            <p:nvPr/>
          </p:nvSpPr>
          <p:spPr>
            <a:xfrm>
              <a:off x="1431586" y="3900742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364E814-0EF9-467B-9C68-50F830AF78EF}"/>
                </a:ext>
              </a:extLst>
            </p:cNvPr>
            <p:cNvSpPr/>
            <p:nvPr/>
          </p:nvSpPr>
          <p:spPr>
            <a:xfrm>
              <a:off x="1431586" y="4234111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F561576-6F17-4E23-82C8-C320D75C381F}"/>
                </a:ext>
              </a:extLst>
            </p:cNvPr>
            <p:cNvSpPr/>
            <p:nvPr/>
          </p:nvSpPr>
          <p:spPr>
            <a:xfrm>
              <a:off x="1431586" y="2410010"/>
              <a:ext cx="1569010" cy="3777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72559AF-7F17-4505-A132-9B50FA563A1A}"/>
                </a:ext>
              </a:extLst>
            </p:cNvPr>
            <p:cNvSpPr/>
            <p:nvPr/>
          </p:nvSpPr>
          <p:spPr>
            <a:xfrm>
              <a:off x="1431586" y="4569550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520B6FA-6EB5-44F9-8DA7-4B0C8B1421C0}"/>
                </a:ext>
              </a:extLst>
            </p:cNvPr>
            <p:cNvSpPr/>
            <p:nvPr/>
          </p:nvSpPr>
          <p:spPr>
            <a:xfrm>
              <a:off x="1431586" y="4902919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194784-B47B-43DA-A997-B99FC2D1C80A}"/>
                </a:ext>
              </a:extLst>
            </p:cNvPr>
            <p:cNvSpPr/>
            <p:nvPr/>
          </p:nvSpPr>
          <p:spPr>
            <a:xfrm>
              <a:off x="1431586" y="5236288"/>
              <a:ext cx="2793471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75BC519-8F9E-45D0-AC3F-4E7A4E70E1AF}"/>
              </a:ext>
            </a:extLst>
          </p:cNvPr>
          <p:cNvGrpSpPr/>
          <p:nvPr/>
        </p:nvGrpSpPr>
        <p:grpSpPr>
          <a:xfrm>
            <a:off x="7481305" y="2410010"/>
            <a:ext cx="3269720" cy="3112294"/>
            <a:chOff x="1431585" y="2410010"/>
            <a:chExt cx="3269720" cy="311229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81DE287-1F2C-4DC9-AB06-950BF4EC4D24}"/>
                </a:ext>
              </a:extLst>
            </p:cNvPr>
            <p:cNvSpPr/>
            <p:nvPr/>
          </p:nvSpPr>
          <p:spPr>
            <a:xfrm>
              <a:off x="1431585" y="2835076"/>
              <a:ext cx="2371231" cy="3777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D5C32DD-D7B7-43E1-AA3D-8D543802946B}"/>
                </a:ext>
              </a:extLst>
            </p:cNvPr>
            <p:cNvSpPr/>
            <p:nvPr/>
          </p:nvSpPr>
          <p:spPr>
            <a:xfrm>
              <a:off x="1431586" y="3567374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7DD9169-6EA4-4C07-8971-3D1723AA07C4}"/>
                </a:ext>
              </a:extLst>
            </p:cNvPr>
            <p:cNvSpPr/>
            <p:nvPr/>
          </p:nvSpPr>
          <p:spPr>
            <a:xfrm>
              <a:off x="1431586" y="3900742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3038B82-6EE7-41A5-9A39-AFA3C1DC010E}"/>
                </a:ext>
              </a:extLst>
            </p:cNvPr>
            <p:cNvSpPr/>
            <p:nvPr/>
          </p:nvSpPr>
          <p:spPr>
            <a:xfrm>
              <a:off x="1431586" y="4234111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D01AD9F-AAB4-4DD8-A0C0-DA681E1E4818}"/>
                </a:ext>
              </a:extLst>
            </p:cNvPr>
            <p:cNvSpPr/>
            <p:nvPr/>
          </p:nvSpPr>
          <p:spPr>
            <a:xfrm>
              <a:off x="1431586" y="2410010"/>
              <a:ext cx="1569010" cy="3777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ECB660A-4186-40C5-88F0-A05EA417B379}"/>
                </a:ext>
              </a:extLst>
            </p:cNvPr>
            <p:cNvSpPr/>
            <p:nvPr/>
          </p:nvSpPr>
          <p:spPr>
            <a:xfrm>
              <a:off x="1431586" y="4569550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2093E7C-B62E-4A77-AFE1-3F7E9F65A143}"/>
                </a:ext>
              </a:extLst>
            </p:cNvPr>
            <p:cNvSpPr/>
            <p:nvPr/>
          </p:nvSpPr>
          <p:spPr>
            <a:xfrm>
              <a:off x="1431586" y="4902919"/>
              <a:ext cx="3269719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20F0A74-13CC-4B87-935E-5B559BB57E74}"/>
                </a:ext>
              </a:extLst>
            </p:cNvPr>
            <p:cNvSpPr/>
            <p:nvPr/>
          </p:nvSpPr>
          <p:spPr>
            <a:xfrm>
              <a:off x="1431586" y="5236288"/>
              <a:ext cx="2793471" cy="2860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57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D860FD-D3B9-441D-913D-2D2E9C126E10}"/>
              </a:ext>
            </a:extLst>
          </p:cNvPr>
          <p:cNvSpPr/>
          <p:nvPr/>
        </p:nvSpPr>
        <p:spPr>
          <a:xfrm>
            <a:off x="1037863" y="1714658"/>
            <a:ext cx="4264036" cy="4266000"/>
          </a:xfrm>
          <a:prstGeom prst="ellipse">
            <a:avLst/>
          </a:prstGeom>
          <a:solidFill>
            <a:schemeClr val="bg1"/>
          </a:solidFill>
          <a:ln w="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zh-CN" altLang="en-US" sz="1400" dirty="0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C27F7E8-0FD9-4218-B662-77DDC8594480}"/>
              </a:ext>
            </a:extLst>
          </p:cNvPr>
          <p:cNvSpPr/>
          <p:nvPr/>
        </p:nvSpPr>
        <p:spPr>
          <a:xfrm>
            <a:off x="772119" y="4704527"/>
            <a:ext cx="4754654" cy="642336"/>
          </a:xfrm>
          <a:custGeom>
            <a:avLst/>
            <a:gdLst>
              <a:gd name="connsiteX0" fmla="*/ 0 w 4381500"/>
              <a:gd name="connsiteY0" fmla="*/ 0 h 507468"/>
              <a:gd name="connsiteX1" fmla="*/ 4376905 w 4381500"/>
              <a:gd name="connsiteY1" fmla="*/ 0 h 507468"/>
              <a:gd name="connsiteX2" fmla="*/ 4211637 w 4381500"/>
              <a:gd name="connsiteY2" fmla="*/ 246871 h 507468"/>
              <a:gd name="connsiteX3" fmla="*/ 4381500 w 4381500"/>
              <a:gd name="connsiteY3" fmla="*/ 500605 h 507468"/>
              <a:gd name="connsiteX4" fmla="*/ 4381500 w 4381500"/>
              <a:gd name="connsiteY4" fmla="*/ 507468 h 507468"/>
              <a:gd name="connsiteX5" fmla="*/ 0 w 4381500"/>
              <a:gd name="connsiteY5" fmla="*/ 507468 h 507468"/>
              <a:gd name="connsiteX6" fmla="*/ 0 w 4381500"/>
              <a:gd name="connsiteY6" fmla="*/ 507468 h 507468"/>
              <a:gd name="connsiteX7" fmla="*/ 169863 w 4381500"/>
              <a:gd name="connsiteY7" fmla="*/ 253735 h 507468"/>
              <a:gd name="connsiteX8" fmla="*/ 0 w 4381500"/>
              <a:gd name="connsiteY8" fmla="*/ 1 h 50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507468">
                <a:moveTo>
                  <a:pt x="0" y="0"/>
                </a:moveTo>
                <a:lnTo>
                  <a:pt x="4376905" y="0"/>
                </a:lnTo>
                <a:lnTo>
                  <a:pt x="4211637" y="246871"/>
                </a:lnTo>
                <a:lnTo>
                  <a:pt x="4381500" y="500605"/>
                </a:lnTo>
                <a:lnTo>
                  <a:pt x="4381500" y="507468"/>
                </a:lnTo>
                <a:lnTo>
                  <a:pt x="0" y="507468"/>
                </a:lnTo>
                <a:lnTo>
                  <a:pt x="0" y="507468"/>
                </a:lnTo>
                <a:lnTo>
                  <a:pt x="169863" y="25373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7AE0E48-3559-414D-B76C-851EDD590113}"/>
              </a:ext>
            </a:extLst>
          </p:cNvPr>
          <p:cNvSpPr/>
          <p:nvPr/>
        </p:nvSpPr>
        <p:spPr>
          <a:xfrm>
            <a:off x="6930971" y="1714658"/>
            <a:ext cx="4264036" cy="4266000"/>
          </a:xfrm>
          <a:prstGeom prst="ellipse">
            <a:avLst/>
          </a:prstGeom>
          <a:solidFill>
            <a:schemeClr val="bg1"/>
          </a:solidFill>
          <a:ln w="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zh-CN" altLang="en-US" sz="1400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DDED6D9-2AA3-4EF1-A912-CEFE94AE5928}"/>
              </a:ext>
            </a:extLst>
          </p:cNvPr>
          <p:cNvSpPr/>
          <p:nvPr/>
        </p:nvSpPr>
        <p:spPr>
          <a:xfrm>
            <a:off x="6665227" y="4704527"/>
            <a:ext cx="4754654" cy="642336"/>
          </a:xfrm>
          <a:custGeom>
            <a:avLst/>
            <a:gdLst>
              <a:gd name="connsiteX0" fmla="*/ 0 w 4381500"/>
              <a:gd name="connsiteY0" fmla="*/ 0 h 507468"/>
              <a:gd name="connsiteX1" fmla="*/ 4376905 w 4381500"/>
              <a:gd name="connsiteY1" fmla="*/ 0 h 507468"/>
              <a:gd name="connsiteX2" fmla="*/ 4211637 w 4381500"/>
              <a:gd name="connsiteY2" fmla="*/ 246871 h 507468"/>
              <a:gd name="connsiteX3" fmla="*/ 4381500 w 4381500"/>
              <a:gd name="connsiteY3" fmla="*/ 500605 h 507468"/>
              <a:gd name="connsiteX4" fmla="*/ 4381500 w 4381500"/>
              <a:gd name="connsiteY4" fmla="*/ 507468 h 507468"/>
              <a:gd name="connsiteX5" fmla="*/ 0 w 4381500"/>
              <a:gd name="connsiteY5" fmla="*/ 507468 h 507468"/>
              <a:gd name="connsiteX6" fmla="*/ 0 w 4381500"/>
              <a:gd name="connsiteY6" fmla="*/ 507468 h 507468"/>
              <a:gd name="connsiteX7" fmla="*/ 169863 w 4381500"/>
              <a:gd name="connsiteY7" fmla="*/ 253735 h 507468"/>
              <a:gd name="connsiteX8" fmla="*/ 0 w 4381500"/>
              <a:gd name="connsiteY8" fmla="*/ 1 h 50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507468">
                <a:moveTo>
                  <a:pt x="0" y="0"/>
                </a:moveTo>
                <a:lnTo>
                  <a:pt x="4376905" y="0"/>
                </a:lnTo>
                <a:lnTo>
                  <a:pt x="4211637" y="246871"/>
                </a:lnTo>
                <a:lnTo>
                  <a:pt x="4381500" y="500605"/>
                </a:lnTo>
                <a:lnTo>
                  <a:pt x="4381500" y="507468"/>
                </a:lnTo>
                <a:lnTo>
                  <a:pt x="0" y="507468"/>
                </a:lnTo>
                <a:lnTo>
                  <a:pt x="0" y="507468"/>
                </a:lnTo>
                <a:lnTo>
                  <a:pt x="169863" y="25373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8E2687-4418-4DB5-9BDB-3569FC584B02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52B52DB-316D-4E02-96C3-8405EC2343BD}"/>
              </a:ext>
            </a:extLst>
          </p:cNvPr>
          <p:cNvGrpSpPr/>
          <p:nvPr/>
        </p:nvGrpSpPr>
        <p:grpSpPr>
          <a:xfrm>
            <a:off x="1591424" y="2861600"/>
            <a:ext cx="3116044" cy="1158772"/>
            <a:chOff x="868009" y="1875802"/>
            <a:chExt cx="2481163" cy="92267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552B995-0A4B-4FD4-B5B7-3ADF47EB4447}"/>
                </a:ext>
              </a:extLst>
            </p:cNvPr>
            <p:cNvSpPr/>
            <p:nvPr/>
          </p:nvSpPr>
          <p:spPr>
            <a:xfrm flipH="1">
              <a:off x="1385027" y="1875802"/>
              <a:ext cx="1447127" cy="3054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1302BCA-7153-406A-BA0C-16B7B9DDAA1E}"/>
                </a:ext>
              </a:extLst>
            </p:cNvPr>
            <p:cNvSpPr/>
            <p:nvPr/>
          </p:nvSpPr>
          <p:spPr>
            <a:xfrm flipH="1">
              <a:off x="868009" y="2297661"/>
              <a:ext cx="2481163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EB11D6B-9127-4306-A6EA-C665C0298E21}"/>
                </a:ext>
              </a:extLst>
            </p:cNvPr>
            <p:cNvSpPr/>
            <p:nvPr/>
          </p:nvSpPr>
          <p:spPr>
            <a:xfrm flipH="1">
              <a:off x="1117041" y="2567215"/>
              <a:ext cx="1983098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6948884-E17F-42DD-AF88-D1F8CFD79519}"/>
              </a:ext>
            </a:extLst>
          </p:cNvPr>
          <p:cNvGrpSpPr/>
          <p:nvPr/>
        </p:nvGrpSpPr>
        <p:grpSpPr>
          <a:xfrm>
            <a:off x="7504967" y="2861600"/>
            <a:ext cx="3116044" cy="1158772"/>
            <a:chOff x="868009" y="1875802"/>
            <a:chExt cx="2481163" cy="92267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F31D5D5-AEC4-4954-BBA9-5CC7348687F4}"/>
                </a:ext>
              </a:extLst>
            </p:cNvPr>
            <p:cNvSpPr/>
            <p:nvPr/>
          </p:nvSpPr>
          <p:spPr>
            <a:xfrm flipH="1">
              <a:off x="1385027" y="1875802"/>
              <a:ext cx="1447127" cy="3054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A4ED36-02BF-4738-BBEC-92D2B2F17A35}"/>
                </a:ext>
              </a:extLst>
            </p:cNvPr>
            <p:cNvSpPr/>
            <p:nvPr/>
          </p:nvSpPr>
          <p:spPr>
            <a:xfrm flipH="1">
              <a:off x="868009" y="2297661"/>
              <a:ext cx="2481163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8035F4-459E-42FC-8685-E399EBEB87ED}"/>
                </a:ext>
              </a:extLst>
            </p:cNvPr>
            <p:cNvSpPr/>
            <p:nvPr/>
          </p:nvSpPr>
          <p:spPr>
            <a:xfrm flipH="1">
              <a:off x="1117041" y="2567215"/>
              <a:ext cx="1983098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737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 20">
            <a:extLst>
              <a:ext uri="{FF2B5EF4-FFF2-40B4-BE49-F238E27FC236}">
                <a16:creationId xmlns:a16="http://schemas.microsoft.com/office/drawing/2014/main" id="{94C6BA5B-8380-4E91-9219-8E8B2BD84691}"/>
              </a:ext>
            </a:extLst>
          </p:cNvPr>
          <p:cNvSpPr/>
          <p:nvPr/>
        </p:nvSpPr>
        <p:spPr>
          <a:xfrm>
            <a:off x="869950" y="1729801"/>
            <a:ext cx="5806190" cy="4436892"/>
          </a:xfrm>
          <a:custGeom>
            <a:avLst/>
            <a:gdLst>
              <a:gd name="connsiteX0" fmla="*/ 5162455 w 5162454"/>
              <a:gd name="connsiteY0" fmla="*/ 3944970 h 3944969"/>
              <a:gd name="connsiteX1" fmla="*/ 1260729 w 5162454"/>
              <a:gd name="connsiteY1" fmla="*/ 3944970 h 3944969"/>
              <a:gd name="connsiteX2" fmla="*/ 0 w 5162454"/>
              <a:gd name="connsiteY2" fmla="*/ 2684050 h 3944969"/>
              <a:gd name="connsiteX3" fmla="*/ 0 w 5162454"/>
              <a:gd name="connsiteY3" fmla="*/ 0 h 3944969"/>
              <a:gd name="connsiteX4" fmla="*/ 3020092 w 5162454"/>
              <a:gd name="connsiteY4" fmla="*/ 0 h 3944969"/>
              <a:gd name="connsiteX5" fmla="*/ 4229862 w 5162454"/>
              <a:gd name="connsiteY5" fmla="*/ 905732 h 3944969"/>
              <a:gd name="connsiteX6" fmla="*/ 5162455 w 5162454"/>
              <a:gd name="connsiteY6" fmla="*/ 3944970 h 3944969"/>
              <a:gd name="connsiteX7" fmla="*/ 5162455 w 5162454"/>
              <a:gd name="connsiteY7" fmla="*/ 3944970 h 3944969"/>
              <a:gd name="connsiteX8" fmla="*/ 5162455 w 5162454"/>
              <a:gd name="connsiteY8" fmla="*/ 3944970 h 3944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454" h="3944969">
                <a:moveTo>
                  <a:pt x="5162455" y="3944970"/>
                </a:moveTo>
                <a:lnTo>
                  <a:pt x="1260729" y="3944970"/>
                </a:lnTo>
                <a:cubicBezTo>
                  <a:pt x="564642" y="3944970"/>
                  <a:pt x="0" y="3380613"/>
                  <a:pt x="0" y="2684050"/>
                </a:cubicBezTo>
                <a:lnTo>
                  <a:pt x="0" y="0"/>
                </a:lnTo>
                <a:lnTo>
                  <a:pt x="3020092" y="0"/>
                </a:lnTo>
                <a:cubicBezTo>
                  <a:pt x="3579781" y="0"/>
                  <a:pt x="4072223" y="368808"/>
                  <a:pt x="4229862" y="905732"/>
                </a:cubicBezTo>
                <a:lnTo>
                  <a:pt x="5162455" y="3944970"/>
                </a:lnTo>
                <a:lnTo>
                  <a:pt x="5162455" y="3944970"/>
                </a:lnTo>
                <a:lnTo>
                  <a:pt x="5162455" y="394497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outerShdw blurRad="228600" dist="660400" dir="5400000" sx="88000" sy="88000" algn="t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" name="图形 20">
            <a:extLst>
              <a:ext uri="{FF2B5EF4-FFF2-40B4-BE49-F238E27FC236}">
                <a16:creationId xmlns:a16="http://schemas.microsoft.com/office/drawing/2014/main" id="{D7B0070F-FD85-4568-A386-5BFAD6BFE642}"/>
              </a:ext>
            </a:extLst>
          </p:cNvPr>
          <p:cNvSpPr/>
          <p:nvPr/>
        </p:nvSpPr>
        <p:spPr>
          <a:xfrm rot="10800000">
            <a:off x="5515862" y="1729801"/>
            <a:ext cx="5806188" cy="4436890"/>
          </a:xfrm>
          <a:custGeom>
            <a:avLst/>
            <a:gdLst>
              <a:gd name="connsiteX0" fmla="*/ 5162455 w 5162454"/>
              <a:gd name="connsiteY0" fmla="*/ 3944970 h 3944969"/>
              <a:gd name="connsiteX1" fmla="*/ 1260729 w 5162454"/>
              <a:gd name="connsiteY1" fmla="*/ 3944970 h 3944969"/>
              <a:gd name="connsiteX2" fmla="*/ 0 w 5162454"/>
              <a:gd name="connsiteY2" fmla="*/ 2684050 h 3944969"/>
              <a:gd name="connsiteX3" fmla="*/ 0 w 5162454"/>
              <a:gd name="connsiteY3" fmla="*/ 0 h 3944969"/>
              <a:gd name="connsiteX4" fmla="*/ 3020092 w 5162454"/>
              <a:gd name="connsiteY4" fmla="*/ 0 h 3944969"/>
              <a:gd name="connsiteX5" fmla="*/ 4229862 w 5162454"/>
              <a:gd name="connsiteY5" fmla="*/ 905732 h 3944969"/>
              <a:gd name="connsiteX6" fmla="*/ 5162455 w 5162454"/>
              <a:gd name="connsiteY6" fmla="*/ 3944970 h 3944969"/>
              <a:gd name="connsiteX7" fmla="*/ 5162455 w 5162454"/>
              <a:gd name="connsiteY7" fmla="*/ 3944970 h 3944969"/>
              <a:gd name="connsiteX8" fmla="*/ 5162455 w 5162454"/>
              <a:gd name="connsiteY8" fmla="*/ 3944970 h 3944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454" h="3944969">
                <a:moveTo>
                  <a:pt x="5162455" y="3944970"/>
                </a:moveTo>
                <a:lnTo>
                  <a:pt x="1260729" y="3944970"/>
                </a:lnTo>
                <a:cubicBezTo>
                  <a:pt x="564642" y="3944970"/>
                  <a:pt x="0" y="3380613"/>
                  <a:pt x="0" y="2684050"/>
                </a:cubicBezTo>
                <a:lnTo>
                  <a:pt x="0" y="0"/>
                </a:lnTo>
                <a:lnTo>
                  <a:pt x="3020092" y="0"/>
                </a:lnTo>
                <a:cubicBezTo>
                  <a:pt x="3579781" y="0"/>
                  <a:pt x="4072223" y="368808"/>
                  <a:pt x="4229862" y="905732"/>
                </a:cubicBezTo>
                <a:lnTo>
                  <a:pt x="5162455" y="3944970"/>
                </a:lnTo>
                <a:lnTo>
                  <a:pt x="5162455" y="3944970"/>
                </a:lnTo>
                <a:lnTo>
                  <a:pt x="5162455" y="394497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outerShdw blurRad="228600" dist="660400" dir="5400000" sx="88000" sy="88000" algn="t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7C4A93-F145-428E-9AC1-571BE9226FC1}"/>
              </a:ext>
            </a:extLst>
          </p:cNvPr>
          <p:cNvSpPr/>
          <p:nvPr/>
        </p:nvSpPr>
        <p:spPr>
          <a:xfrm>
            <a:off x="1395243" y="2835076"/>
            <a:ext cx="2802437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774FDC-0E2A-4A2B-AE6D-A4A9E72BFC36}"/>
              </a:ext>
            </a:extLst>
          </p:cNvPr>
          <p:cNvSpPr/>
          <p:nvPr/>
        </p:nvSpPr>
        <p:spPr>
          <a:xfrm>
            <a:off x="1395244" y="3567374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882AA8-2C8C-4619-A22B-E6C0C62C6A80}"/>
              </a:ext>
            </a:extLst>
          </p:cNvPr>
          <p:cNvSpPr/>
          <p:nvPr/>
        </p:nvSpPr>
        <p:spPr>
          <a:xfrm>
            <a:off x="1395244" y="3900742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D0F504-4DBB-4C17-BB4E-EA539FD6D94E}"/>
              </a:ext>
            </a:extLst>
          </p:cNvPr>
          <p:cNvSpPr/>
          <p:nvPr/>
        </p:nvSpPr>
        <p:spPr>
          <a:xfrm>
            <a:off x="1395244" y="4234111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28AC58-A3BB-4E3D-BE41-37DA04446345}"/>
              </a:ext>
            </a:extLst>
          </p:cNvPr>
          <p:cNvSpPr/>
          <p:nvPr/>
        </p:nvSpPr>
        <p:spPr>
          <a:xfrm>
            <a:off x="1395244" y="2410010"/>
            <a:ext cx="1854333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46D5AC-402F-402E-AAE3-FBABA8954549}"/>
              </a:ext>
            </a:extLst>
          </p:cNvPr>
          <p:cNvSpPr/>
          <p:nvPr/>
        </p:nvSpPr>
        <p:spPr>
          <a:xfrm>
            <a:off x="1395244" y="4569550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B66A93-50C1-40DE-B578-6990D891DC0D}"/>
              </a:ext>
            </a:extLst>
          </p:cNvPr>
          <p:cNvSpPr/>
          <p:nvPr/>
        </p:nvSpPr>
        <p:spPr>
          <a:xfrm>
            <a:off x="1395244" y="4902919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9B766B-F295-4D03-B690-0FA7897D5F95}"/>
              </a:ext>
            </a:extLst>
          </p:cNvPr>
          <p:cNvSpPr/>
          <p:nvPr/>
        </p:nvSpPr>
        <p:spPr>
          <a:xfrm>
            <a:off x="1395244" y="5236288"/>
            <a:ext cx="3301461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FBD34C-E1FC-4177-995A-463E73538AF4}"/>
              </a:ext>
            </a:extLst>
          </p:cNvPr>
          <p:cNvSpPr/>
          <p:nvPr/>
        </p:nvSpPr>
        <p:spPr>
          <a:xfrm>
            <a:off x="6932443" y="2835076"/>
            <a:ext cx="2802437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C87FFA-8AC8-4FE5-BE41-397D595224F3}"/>
              </a:ext>
            </a:extLst>
          </p:cNvPr>
          <p:cNvSpPr/>
          <p:nvPr/>
        </p:nvSpPr>
        <p:spPr>
          <a:xfrm>
            <a:off x="6932444" y="3567374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0B1DA8-90AD-4622-9557-C8BA35B9A311}"/>
              </a:ext>
            </a:extLst>
          </p:cNvPr>
          <p:cNvSpPr/>
          <p:nvPr/>
        </p:nvSpPr>
        <p:spPr>
          <a:xfrm>
            <a:off x="6932444" y="3900742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94DD27-91C2-42C7-BC9D-4FCD7E6CF83E}"/>
              </a:ext>
            </a:extLst>
          </p:cNvPr>
          <p:cNvSpPr/>
          <p:nvPr/>
        </p:nvSpPr>
        <p:spPr>
          <a:xfrm>
            <a:off x="6932444" y="4234111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4C6136-9329-47AF-81E8-A825DCE2CD4A}"/>
              </a:ext>
            </a:extLst>
          </p:cNvPr>
          <p:cNvSpPr/>
          <p:nvPr/>
        </p:nvSpPr>
        <p:spPr>
          <a:xfrm>
            <a:off x="6932444" y="2410010"/>
            <a:ext cx="1854333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1A2479-9F25-4AE3-9B58-469C7E50DC29}"/>
              </a:ext>
            </a:extLst>
          </p:cNvPr>
          <p:cNvSpPr/>
          <p:nvPr/>
        </p:nvSpPr>
        <p:spPr>
          <a:xfrm>
            <a:off x="6932444" y="4569550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1B1FCA-B7B1-4C9D-A941-DA22F2238C1D}"/>
              </a:ext>
            </a:extLst>
          </p:cNvPr>
          <p:cNvSpPr/>
          <p:nvPr/>
        </p:nvSpPr>
        <p:spPr>
          <a:xfrm>
            <a:off x="6932444" y="4902919"/>
            <a:ext cx="3864314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23DDB7-F699-4741-AD24-C7A0F7FE48A5}"/>
              </a:ext>
            </a:extLst>
          </p:cNvPr>
          <p:cNvSpPr/>
          <p:nvPr/>
        </p:nvSpPr>
        <p:spPr>
          <a:xfrm>
            <a:off x="6932444" y="5236288"/>
            <a:ext cx="3301461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BD0301-6709-448C-9272-12911719959C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9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3B617E2D-A6C0-450E-B90C-5C0DDD84FA2D}"/>
              </a:ext>
            </a:extLst>
          </p:cNvPr>
          <p:cNvSpPr/>
          <p:nvPr/>
        </p:nvSpPr>
        <p:spPr>
          <a:xfrm flipH="1">
            <a:off x="2071386" y="4954386"/>
            <a:ext cx="7138695" cy="14001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7CC0E9-51B6-44B5-BFAF-4F5AADB5E535}"/>
              </a:ext>
            </a:extLst>
          </p:cNvPr>
          <p:cNvSpPr/>
          <p:nvPr/>
        </p:nvSpPr>
        <p:spPr>
          <a:xfrm flipH="1">
            <a:off x="2071386" y="1826042"/>
            <a:ext cx="7138696" cy="14001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35593A-7086-416F-B1B1-7FAD1BB45260}"/>
              </a:ext>
            </a:extLst>
          </p:cNvPr>
          <p:cNvSpPr/>
          <p:nvPr/>
        </p:nvSpPr>
        <p:spPr>
          <a:xfrm>
            <a:off x="3597921" y="3384041"/>
            <a:ext cx="7138695" cy="14001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6" name="图形 55">
            <a:extLst>
              <a:ext uri="{FF2B5EF4-FFF2-40B4-BE49-F238E27FC236}">
                <a16:creationId xmlns:a16="http://schemas.microsoft.com/office/drawing/2014/main" id="{6CC9C935-C2B2-4D0A-8B1B-D9B532991AE7}"/>
              </a:ext>
            </a:extLst>
          </p:cNvPr>
          <p:cNvSpPr/>
          <p:nvPr/>
        </p:nvSpPr>
        <p:spPr>
          <a:xfrm>
            <a:off x="8664744" y="3095122"/>
            <a:ext cx="2672124" cy="1695207"/>
          </a:xfrm>
          <a:custGeom>
            <a:avLst/>
            <a:gdLst>
              <a:gd name="connsiteX0" fmla="*/ 0 w 2621415"/>
              <a:gd name="connsiteY0" fmla="*/ 1663039 h 1663038"/>
              <a:gd name="connsiteX1" fmla="*/ 1846019 w 2621415"/>
              <a:gd name="connsiteY1" fmla="*/ 1663039 h 1663038"/>
              <a:gd name="connsiteX2" fmla="*/ 2621415 w 2621415"/>
              <a:gd name="connsiteY2" fmla="*/ 887643 h 1663038"/>
              <a:gd name="connsiteX3" fmla="*/ 2621415 w 2621415"/>
              <a:gd name="connsiteY3" fmla="*/ 0 h 1663038"/>
              <a:gd name="connsiteX4" fmla="*/ 1068486 w 2621415"/>
              <a:gd name="connsiteY4" fmla="*/ 0 h 1663038"/>
              <a:gd name="connsiteX5" fmla="*/ 324448 w 2621415"/>
              <a:gd name="connsiteY5" fmla="*/ 556959 h 1663038"/>
              <a:gd name="connsiteX6" fmla="*/ 0 w 2621415"/>
              <a:gd name="connsiteY6" fmla="*/ 1663039 h 166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1415" h="1663038">
                <a:moveTo>
                  <a:pt x="0" y="1663039"/>
                </a:moveTo>
                <a:lnTo>
                  <a:pt x="1846019" y="1663039"/>
                </a:lnTo>
                <a:cubicBezTo>
                  <a:pt x="2274162" y="1663039"/>
                  <a:pt x="2621415" y="1315964"/>
                  <a:pt x="2621415" y="887643"/>
                </a:cubicBezTo>
                <a:lnTo>
                  <a:pt x="2621415" y="0"/>
                </a:lnTo>
                <a:lnTo>
                  <a:pt x="1068486" y="0"/>
                </a:lnTo>
                <a:cubicBezTo>
                  <a:pt x="724261" y="0"/>
                  <a:pt x="421372" y="226810"/>
                  <a:pt x="324448" y="556959"/>
                </a:cubicBezTo>
                <a:lnTo>
                  <a:pt x="0" y="1663039"/>
                </a:lnTo>
                <a:close/>
              </a:path>
            </a:pathLst>
          </a:custGeom>
          <a:gradFill flip="none" rotWithShape="1">
            <a:gsLst>
              <a:gs pos="82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342900" dist="165100" dir="18900000" sx="96000" sy="96000" algn="bl" rotWithShape="0">
              <a:schemeClr val="accent1">
                <a:lumMod val="40000"/>
                <a:lumOff val="6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8" name="图形 55">
            <a:extLst>
              <a:ext uri="{FF2B5EF4-FFF2-40B4-BE49-F238E27FC236}">
                <a16:creationId xmlns:a16="http://schemas.microsoft.com/office/drawing/2014/main" id="{5E8CA0D2-5C9A-43FF-AFF0-C104F90E6DC0}"/>
              </a:ext>
            </a:extLst>
          </p:cNvPr>
          <p:cNvSpPr/>
          <p:nvPr/>
        </p:nvSpPr>
        <p:spPr>
          <a:xfrm flipH="1">
            <a:off x="855134" y="1530041"/>
            <a:ext cx="2672124" cy="1695208"/>
          </a:xfrm>
          <a:custGeom>
            <a:avLst/>
            <a:gdLst>
              <a:gd name="connsiteX0" fmla="*/ 0 w 2621415"/>
              <a:gd name="connsiteY0" fmla="*/ 1663039 h 1663038"/>
              <a:gd name="connsiteX1" fmla="*/ 1846019 w 2621415"/>
              <a:gd name="connsiteY1" fmla="*/ 1663039 h 1663038"/>
              <a:gd name="connsiteX2" fmla="*/ 2621415 w 2621415"/>
              <a:gd name="connsiteY2" fmla="*/ 887643 h 1663038"/>
              <a:gd name="connsiteX3" fmla="*/ 2621415 w 2621415"/>
              <a:gd name="connsiteY3" fmla="*/ 0 h 1663038"/>
              <a:gd name="connsiteX4" fmla="*/ 1068486 w 2621415"/>
              <a:gd name="connsiteY4" fmla="*/ 0 h 1663038"/>
              <a:gd name="connsiteX5" fmla="*/ 324448 w 2621415"/>
              <a:gd name="connsiteY5" fmla="*/ 556959 h 1663038"/>
              <a:gd name="connsiteX6" fmla="*/ 0 w 2621415"/>
              <a:gd name="connsiteY6" fmla="*/ 1663039 h 166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1415" h="1663038">
                <a:moveTo>
                  <a:pt x="0" y="1663039"/>
                </a:moveTo>
                <a:lnTo>
                  <a:pt x="1846019" y="1663039"/>
                </a:lnTo>
                <a:cubicBezTo>
                  <a:pt x="2274162" y="1663039"/>
                  <a:pt x="2621415" y="1315964"/>
                  <a:pt x="2621415" y="887643"/>
                </a:cubicBezTo>
                <a:lnTo>
                  <a:pt x="2621415" y="0"/>
                </a:lnTo>
                <a:lnTo>
                  <a:pt x="1068486" y="0"/>
                </a:lnTo>
                <a:cubicBezTo>
                  <a:pt x="724261" y="0"/>
                  <a:pt x="421372" y="226810"/>
                  <a:pt x="324448" y="556959"/>
                </a:cubicBezTo>
                <a:lnTo>
                  <a:pt x="0" y="1663039"/>
                </a:lnTo>
                <a:close/>
              </a:path>
            </a:pathLst>
          </a:custGeom>
          <a:gradFill flip="none" rotWithShape="1">
            <a:gsLst>
              <a:gs pos="82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342900" dist="165100" dir="18900000" sx="96000" sy="96000" algn="bl" rotWithShape="0">
              <a:schemeClr val="accent1">
                <a:lumMod val="40000"/>
                <a:lumOff val="6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0" name="图形 55">
            <a:extLst>
              <a:ext uri="{FF2B5EF4-FFF2-40B4-BE49-F238E27FC236}">
                <a16:creationId xmlns:a16="http://schemas.microsoft.com/office/drawing/2014/main" id="{FF809EA5-A3DA-4C90-97DC-918B8CBB6D95}"/>
              </a:ext>
            </a:extLst>
          </p:cNvPr>
          <p:cNvSpPr/>
          <p:nvPr/>
        </p:nvSpPr>
        <p:spPr>
          <a:xfrm flipH="1">
            <a:off x="855134" y="4659294"/>
            <a:ext cx="2672124" cy="1695207"/>
          </a:xfrm>
          <a:custGeom>
            <a:avLst/>
            <a:gdLst>
              <a:gd name="connsiteX0" fmla="*/ 0 w 2621415"/>
              <a:gd name="connsiteY0" fmla="*/ 1663039 h 1663038"/>
              <a:gd name="connsiteX1" fmla="*/ 1846019 w 2621415"/>
              <a:gd name="connsiteY1" fmla="*/ 1663039 h 1663038"/>
              <a:gd name="connsiteX2" fmla="*/ 2621415 w 2621415"/>
              <a:gd name="connsiteY2" fmla="*/ 887643 h 1663038"/>
              <a:gd name="connsiteX3" fmla="*/ 2621415 w 2621415"/>
              <a:gd name="connsiteY3" fmla="*/ 0 h 1663038"/>
              <a:gd name="connsiteX4" fmla="*/ 1068486 w 2621415"/>
              <a:gd name="connsiteY4" fmla="*/ 0 h 1663038"/>
              <a:gd name="connsiteX5" fmla="*/ 324448 w 2621415"/>
              <a:gd name="connsiteY5" fmla="*/ 556959 h 1663038"/>
              <a:gd name="connsiteX6" fmla="*/ 0 w 2621415"/>
              <a:gd name="connsiteY6" fmla="*/ 1663039 h 166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1415" h="1663038">
                <a:moveTo>
                  <a:pt x="0" y="1663039"/>
                </a:moveTo>
                <a:lnTo>
                  <a:pt x="1846019" y="1663039"/>
                </a:lnTo>
                <a:cubicBezTo>
                  <a:pt x="2274162" y="1663039"/>
                  <a:pt x="2621415" y="1315964"/>
                  <a:pt x="2621415" y="887643"/>
                </a:cubicBezTo>
                <a:lnTo>
                  <a:pt x="2621415" y="0"/>
                </a:lnTo>
                <a:lnTo>
                  <a:pt x="1068486" y="0"/>
                </a:lnTo>
                <a:cubicBezTo>
                  <a:pt x="724261" y="0"/>
                  <a:pt x="421372" y="226810"/>
                  <a:pt x="324448" y="556959"/>
                </a:cubicBezTo>
                <a:lnTo>
                  <a:pt x="0" y="1663039"/>
                </a:lnTo>
                <a:close/>
              </a:path>
            </a:pathLst>
          </a:custGeom>
          <a:gradFill flip="none" rotWithShape="1">
            <a:gsLst>
              <a:gs pos="82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342900" dist="165100" dir="18900000" sx="96000" sy="96000" algn="bl" rotWithShape="0">
              <a:schemeClr val="accent1">
                <a:lumMod val="40000"/>
                <a:lumOff val="6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7F748E-0D00-40F0-BDBB-9ABD7DCB3BEF}"/>
              </a:ext>
            </a:extLst>
          </p:cNvPr>
          <p:cNvGrpSpPr/>
          <p:nvPr/>
        </p:nvGrpSpPr>
        <p:grpSpPr>
          <a:xfrm>
            <a:off x="3927942" y="5344751"/>
            <a:ext cx="4378660" cy="619385"/>
            <a:chOff x="4823091" y="4700303"/>
            <a:chExt cx="2545819" cy="61938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7BC745C-E616-4CA4-AA72-D77F94633354}"/>
                </a:ext>
              </a:extLst>
            </p:cNvPr>
            <p:cNvSpPr/>
            <p:nvPr/>
          </p:nvSpPr>
          <p:spPr>
            <a:xfrm>
              <a:off x="4823091" y="4700303"/>
              <a:ext cx="2545819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2D2AA43-5EC7-45DF-ABA5-2DF83CCC2A14}"/>
                </a:ext>
              </a:extLst>
            </p:cNvPr>
            <p:cNvSpPr/>
            <p:nvPr/>
          </p:nvSpPr>
          <p:spPr>
            <a:xfrm>
              <a:off x="4823091" y="5033672"/>
              <a:ext cx="2175011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AD51592-CE72-412C-B840-1F752AEADC29}"/>
              </a:ext>
            </a:extLst>
          </p:cNvPr>
          <p:cNvGrpSpPr/>
          <p:nvPr/>
        </p:nvGrpSpPr>
        <p:grpSpPr>
          <a:xfrm>
            <a:off x="3927942" y="3780579"/>
            <a:ext cx="4378660" cy="619385"/>
            <a:chOff x="4823091" y="4700303"/>
            <a:chExt cx="2545819" cy="61938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7C77356-7E14-423F-84C6-ACF76D3A94DF}"/>
                </a:ext>
              </a:extLst>
            </p:cNvPr>
            <p:cNvSpPr/>
            <p:nvPr/>
          </p:nvSpPr>
          <p:spPr>
            <a:xfrm>
              <a:off x="4823091" y="4700303"/>
              <a:ext cx="2545819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D5FD823-188A-4498-90A7-13E1FADB4309}"/>
                </a:ext>
              </a:extLst>
            </p:cNvPr>
            <p:cNvSpPr/>
            <p:nvPr/>
          </p:nvSpPr>
          <p:spPr>
            <a:xfrm>
              <a:off x="4823091" y="5033672"/>
              <a:ext cx="2175011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1C4C851-F056-451A-A02A-E656BD780372}"/>
              </a:ext>
            </a:extLst>
          </p:cNvPr>
          <p:cNvGrpSpPr/>
          <p:nvPr/>
        </p:nvGrpSpPr>
        <p:grpSpPr>
          <a:xfrm>
            <a:off x="3927942" y="2216408"/>
            <a:ext cx="4378660" cy="619385"/>
            <a:chOff x="4823091" y="4700303"/>
            <a:chExt cx="2545819" cy="61938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51B4FBD-DB17-4D3D-A52A-A340C5F2798E}"/>
                </a:ext>
              </a:extLst>
            </p:cNvPr>
            <p:cNvSpPr/>
            <p:nvPr/>
          </p:nvSpPr>
          <p:spPr>
            <a:xfrm>
              <a:off x="4823091" y="4700303"/>
              <a:ext cx="2545819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8DB8E83-FE18-46F9-879F-8CAEBDFB544F}"/>
                </a:ext>
              </a:extLst>
            </p:cNvPr>
            <p:cNvSpPr/>
            <p:nvPr/>
          </p:nvSpPr>
          <p:spPr>
            <a:xfrm>
              <a:off x="4823091" y="5033672"/>
              <a:ext cx="2175011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9A60B326-BE83-462D-ABE0-6CAC6B71D253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92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C91EB16-29D7-403A-8D65-6E685FDA18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19BB0-AA06-4098-BB1F-31C8D139AC94}"/>
              </a:ext>
            </a:extLst>
          </p:cNvPr>
          <p:cNvSpPr/>
          <p:nvPr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BF36F5-C641-41A0-A116-C7E7F58A9642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C3059A5-776F-4E4E-869E-33496568AF6F}"/>
              </a:ext>
            </a:extLst>
          </p:cNvPr>
          <p:cNvSpPr/>
          <p:nvPr/>
        </p:nvSpPr>
        <p:spPr>
          <a:xfrm>
            <a:off x="4392613" y="1649867"/>
            <a:ext cx="3406775" cy="422734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381000" dist="762000" dir="5400000" sx="84000" sy="84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B9DDC08-C53B-4384-817C-ABB11FD5E488}"/>
              </a:ext>
            </a:extLst>
          </p:cNvPr>
          <p:cNvSpPr/>
          <p:nvPr/>
        </p:nvSpPr>
        <p:spPr>
          <a:xfrm>
            <a:off x="7913424" y="1649867"/>
            <a:ext cx="3406775" cy="422734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381000" dist="762000" dir="5400000" sx="84000" sy="84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ED6A888-E805-4BFB-A5EE-CF2A4578E50F}"/>
              </a:ext>
            </a:extLst>
          </p:cNvPr>
          <p:cNvSpPr/>
          <p:nvPr/>
        </p:nvSpPr>
        <p:spPr>
          <a:xfrm>
            <a:off x="871802" y="1649867"/>
            <a:ext cx="3406775" cy="422734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381000" dist="762000" dir="5400000" sx="84000" sy="84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9D227F7-4DDF-444E-8430-5F0B2779FA06}"/>
              </a:ext>
            </a:extLst>
          </p:cNvPr>
          <p:cNvGrpSpPr/>
          <p:nvPr/>
        </p:nvGrpSpPr>
        <p:grpSpPr>
          <a:xfrm>
            <a:off x="1302280" y="2207394"/>
            <a:ext cx="2545820" cy="3112294"/>
            <a:chOff x="1281111" y="2271636"/>
            <a:chExt cx="2588157" cy="311229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EC38C48-92D0-4BE4-A636-0741E266B052}"/>
                </a:ext>
              </a:extLst>
            </p:cNvPr>
            <p:cNvSpPr/>
            <p:nvPr/>
          </p:nvSpPr>
          <p:spPr>
            <a:xfrm>
              <a:off x="1281111" y="2696702"/>
              <a:ext cx="1876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F3DDD0B-ACF7-44D4-81A1-A2E067D3346E}"/>
                </a:ext>
              </a:extLst>
            </p:cNvPr>
            <p:cNvSpPr/>
            <p:nvPr/>
          </p:nvSpPr>
          <p:spPr>
            <a:xfrm>
              <a:off x="1281112" y="3429000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217B59F-8C9F-4E81-80A3-7EEB00E381BB}"/>
                </a:ext>
              </a:extLst>
            </p:cNvPr>
            <p:cNvSpPr/>
            <p:nvPr/>
          </p:nvSpPr>
          <p:spPr>
            <a:xfrm>
              <a:off x="1281112" y="3762368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CC5DEDE-0730-495A-A06F-C45D19144F55}"/>
                </a:ext>
              </a:extLst>
            </p:cNvPr>
            <p:cNvSpPr/>
            <p:nvPr/>
          </p:nvSpPr>
          <p:spPr>
            <a:xfrm>
              <a:off x="1281112" y="4095737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407C196-CFD4-4427-9E33-8A476B262449}"/>
                </a:ext>
              </a:extLst>
            </p:cNvPr>
            <p:cNvSpPr/>
            <p:nvPr/>
          </p:nvSpPr>
          <p:spPr>
            <a:xfrm>
              <a:off x="1281112" y="2271636"/>
              <a:ext cx="1241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F5BD564-7050-4933-B83B-38C213ECB061}"/>
                </a:ext>
              </a:extLst>
            </p:cNvPr>
            <p:cNvSpPr/>
            <p:nvPr/>
          </p:nvSpPr>
          <p:spPr>
            <a:xfrm>
              <a:off x="1281112" y="4431176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BDC4B73-3904-4C4D-B879-398CFCC7E2A9}"/>
                </a:ext>
              </a:extLst>
            </p:cNvPr>
            <p:cNvSpPr/>
            <p:nvPr/>
          </p:nvSpPr>
          <p:spPr>
            <a:xfrm>
              <a:off x="1281112" y="4764545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A612E29-0F9C-4339-AFC7-B4D8C7A94C36}"/>
                </a:ext>
              </a:extLst>
            </p:cNvPr>
            <p:cNvSpPr/>
            <p:nvPr/>
          </p:nvSpPr>
          <p:spPr>
            <a:xfrm>
              <a:off x="1281112" y="5097914"/>
              <a:ext cx="221118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26EC72-2EF9-4FC7-BD2B-E242A444A4BA}"/>
              </a:ext>
            </a:extLst>
          </p:cNvPr>
          <p:cNvGrpSpPr/>
          <p:nvPr/>
        </p:nvGrpSpPr>
        <p:grpSpPr>
          <a:xfrm>
            <a:off x="4823090" y="2207394"/>
            <a:ext cx="2545820" cy="3112294"/>
            <a:chOff x="1281111" y="2271636"/>
            <a:chExt cx="2588157" cy="311229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6E53C8F-28B0-496D-97F3-709B1E6CB3EF}"/>
                </a:ext>
              </a:extLst>
            </p:cNvPr>
            <p:cNvSpPr/>
            <p:nvPr/>
          </p:nvSpPr>
          <p:spPr>
            <a:xfrm>
              <a:off x="1281111" y="2696702"/>
              <a:ext cx="1876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A63C1E5-C644-4676-A7BA-54E034FA49CB}"/>
                </a:ext>
              </a:extLst>
            </p:cNvPr>
            <p:cNvSpPr/>
            <p:nvPr/>
          </p:nvSpPr>
          <p:spPr>
            <a:xfrm>
              <a:off x="1281112" y="3429000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668EB30-A5B7-4605-B3FD-A5210E06367B}"/>
                </a:ext>
              </a:extLst>
            </p:cNvPr>
            <p:cNvSpPr/>
            <p:nvPr/>
          </p:nvSpPr>
          <p:spPr>
            <a:xfrm>
              <a:off x="1281112" y="3762368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A58B4D5-B099-4D86-9CCF-82EC2832C24E}"/>
                </a:ext>
              </a:extLst>
            </p:cNvPr>
            <p:cNvSpPr/>
            <p:nvPr/>
          </p:nvSpPr>
          <p:spPr>
            <a:xfrm>
              <a:off x="1281112" y="4095737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25DC99A-91C3-4E2E-8D04-10F6FD90B37F}"/>
                </a:ext>
              </a:extLst>
            </p:cNvPr>
            <p:cNvSpPr/>
            <p:nvPr/>
          </p:nvSpPr>
          <p:spPr>
            <a:xfrm>
              <a:off x="1281112" y="2271636"/>
              <a:ext cx="1241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40A4000-C352-4F79-A990-1D9A7999BEBE}"/>
                </a:ext>
              </a:extLst>
            </p:cNvPr>
            <p:cNvSpPr/>
            <p:nvPr/>
          </p:nvSpPr>
          <p:spPr>
            <a:xfrm>
              <a:off x="1281112" y="4431176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92E60C0-E5D5-455C-9494-916C589E6D0D}"/>
                </a:ext>
              </a:extLst>
            </p:cNvPr>
            <p:cNvSpPr/>
            <p:nvPr/>
          </p:nvSpPr>
          <p:spPr>
            <a:xfrm>
              <a:off x="1281112" y="4764545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8B689B-E39F-4A87-B27A-22391819848F}"/>
                </a:ext>
              </a:extLst>
            </p:cNvPr>
            <p:cNvSpPr/>
            <p:nvPr/>
          </p:nvSpPr>
          <p:spPr>
            <a:xfrm>
              <a:off x="1281112" y="5097914"/>
              <a:ext cx="221118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0B4210E-046A-4286-9BE9-A605A05049C5}"/>
              </a:ext>
            </a:extLst>
          </p:cNvPr>
          <p:cNvGrpSpPr/>
          <p:nvPr/>
        </p:nvGrpSpPr>
        <p:grpSpPr>
          <a:xfrm>
            <a:off x="8343901" y="2207394"/>
            <a:ext cx="2545820" cy="3112294"/>
            <a:chOff x="1281111" y="2271636"/>
            <a:chExt cx="2588157" cy="311229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A24ACA7-F4C0-4090-9F5B-17359AA021BF}"/>
                </a:ext>
              </a:extLst>
            </p:cNvPr>
            <p:cNvSpPr/>
            <p:nvPr/>
          </p:nvSpPr>
          <p:spPr>
            <a:xfrm>
              <a:off x="1281111" y="2696702"/>
              <a:ext cx="1876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A229CD6-F4BB-4BCA-ABDC-5E3941412C39}"/>
                </a:ext>
              </a:extLst>
            </p:cNvPr>
            <p:cNvSpPr/>
            <p:nvPr/>
          </p:nvSpPr>
          <p:spPr>
            <a:xfrm>
              <a:off x="1281112" y="3429000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2538B64-A469-43A5-9C2A-88B0BFE33282}"/>
                </a:ext>
              </a:extLst>
            </p:cNvPr>
            <p:cNvSpPr/>
            <p:nvPr/>
          </p:nvSpPr>
          <p:spPr>
            <a:xfrm>
              <a:off x="1281112" y="3762368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AA334B3-C5A3-4397-B507-6DCE00516094}"/>
                </a:ext>
              </a:extLst>
            </p:cNvPr>
            <p:cNvSpPr/>
            <p:nvPr/>
          </p:nvSpPr>
          <p:spPr>
            <a:xfrm>
              <a:off x="1281112" y="4095737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2C35A36-C11C-4772-99F7-9347C35FBD4E}"/>
                </a:ext>
              </a:extLst>
            </p:cNvPr>
            <p:cNvSpPr/>
            <p:nvPr/>
          </p:nvSpPr>
          <p:spPr>
            <a:xfrm>
              <a:off x="1281112" y="2271636"/>
              <a:ext cx="1241955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F584749-99BD-4181-A9E8-67E466CCD24E}"/>
                </a:ext>
              </a:extLst>
            </p:cNvPr>
            <p:cNvSpPr/>
            <p:nvPr/>
          </p:nvSpPr>
          <p:spPr>
            <a:xfrm>
              <a:off x="1281112" y="4431176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DA7271C-E354-43A9-8428-FB3B781490AC}"/>
                </a:ext>
              </a:extLst>
            </p:cNvPr>
            <p:cNvSpPr/>
            <p:nvPr/>
          </p:nvSpPr>
          <p:spPr>
            <a:xfrm>
              <a:off x="1281112" y="4764545"/>
              <a:ext cx="258815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82F5C73-25DD-46B1-81F7-8356E8375476}"/>
                </a:ext>
              </a:extLst>
            </p:cNvPr>
            <p:cNvSpPr/>
            <p:nvPr/>
          </p:nvSpPr>
          <p:spPr>
            <a:xfrm>
              <a:off x="1281112" y="5097914"/>
              <a:ext cx="221118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3405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679EEFA0-327C-43A8-9A6C-9CED0F844DC1}"/>
              </a:ext>
            </a:extLst>
          </p:cNvPr>
          <p:cNvSpPr/>
          <p:nvPr/>
        </p:nvSpPr>
        <p:spPr>
          <a:xfrm>
            <a:off x="4927550" y="2508401"/>
            <a:ext cx="2336900" cy="2336898"/>
          </a:xfrm>
          <a:custGeom>
            <a:avLst/>
            <a:gdLst>
              <a:gd name="connsiteX0" fmla="*/ 0 w 2271776"/>
              <a:gd name="connsiteY0" fmla="*/ 1135888 h 2271776"/>
              <a:gd name="connsiteX1" fmla="*/ 1135888 w 2271776"/>
              <a:gd name="connsiteY1" fmla="*/ 0 h 2271776"/>
              <a:gd name="connsiteX2" fmla="*/ 2271776 w 2271776"/>
              <a:gd name="connsiteY2" fmla="*/ 1135888 h 2271776"/>
              <a:gd name="connsiteX3" fmla="*/ 1135888 w 2271776"/>
              <a:gd name="connsiteY3" fmla="*/ 2271776 h 2271776"/>
              <a:gd name="connsiteX4" fmla="*/ 0 w 2271776"/>
              <a:gd name="connsiteY4" fmla="*/ 1135888 h 227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776" h="2271776">
                <a:moveTo>
                  <a:pt x="0" y="1135888"/>
                </a:moveTo>
                <a:cubicBezTo>
                  <a:pt x="0" y="508554"/>
                  <a:pt x="508554" y="0"/>
                  <a:pt x="1135888" y="0"/>
                </a:cubicBezTo>
                <a:cubicBezTo>
                  <a:pt x="1763222" y="0"/>
                  <a:pt x="2271776" y="508554"/>
                  <a:pt x="2271776" y="1135888"/>
                </a:cubicBezTo>
                <a:cubicBezTo>
                  <a:pt x="2271776" y="1763222"/>
                  <a:pt x="1763222" y="2271776"/>
                  <a:pt x="1135888" y="2271776"/>
                </a:cubicBezTo>
                <a:cubicBezTo>
                  <a:pt x="508554" y="2271776"/>
                  <a:pt x="0" y="1763222"/>
                  <a:pt x="0" y="113588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  <a:alpha val="25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302904" tIns="397561" rIns="302903" bIns="851916" numCol="1" spcCol="1270" anchor="ctr" anchorCtr="0">
            <a:noAutofit/>
          </a:bodyPr>
          <a:lstStyle/>
          <a:p>
            <a:pPr marL="0" marR="0" lvl="0" indent="0" algn="ctr" defTabSz="21336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555EF6CF-F7BE-4D22-9E38-62422977AFFA}"/>
              </a:ext>
            </a:extLst>
          </p:cNvPr>
          <p:cNvSpPr/>
          <p:nvPr/>
        </p:nvSpPr>
        <p:spPr>
          <a:xfrm>
            <a:off x="5770781" y="3968963"/>
            <a:ext cx="2336900" cy="2336898"/>
          </a:xfrm>
          <a:custGeom>
            <a:avLst/>
            <a:gdLst>
              <a:gd name="connsiteX0" fmla="*/ 0 w 2271776"/>
              <a:gd name="connsiteY0" fmla="*/ 1135888 h 2271776"/>
              <a:gd name="connsiteX1" fmla="*/ 1135888 w 2271776"/>
              <a:gd name="connsiteY1" fmla="*/ 0 h 2271776"/>
              <a:gd name="connsiteX2" fmla="*/ 2271776 w 2271776"/>
              <a:gd name="connsiteY2" fmla="*/ 1135888 h 2271776"/>
              <a:gd name="connsiteX3" fmla="*/ 1135888 w 2271776"/>
              <a:gd name="connsiteY3" fmla="*/ 2271776 h 2271776"/>
              <a:gd name="connsiteX4" fmla="*/ 0 w 2271776"/>
              <a:gd name="connsiteY4" fmla="*/ 1135888 h 227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776" h="2271776">
                <a:moveTo>
                  <a:pt x="0" y="1135888"/>
                </a:moveTo>
                <a:cubicBezTo>
                  <a:pt x="0" y="508554"/>
                  <a:pt x="508554" y="0"/>
                  <a:pt x="1135888" y="0"/>
                </a:cubicBezTo>
                <a:cubicBezTo>
                  <a:pt x="1763222" y="0"/>
                  <a:pt x="2271776" y="508554"/>
                  <a:pt x="2271776" y="1135888"/>
                </a:cubicBezTo>
                <a:cubicBezTo>
                  <a:pt x="2271776" y="1763222"/>
                  <a:pt x="1763222" y="2271776"/>
                  <a:pt x="1135888" y="2271776"/>
                </a:cubicBezTo>
                <a:cubicBezTo>
                  <a:pt x="508554" y="2271776"/>
                  <a:pt x="0" y="1763222"/>
                  <a:pt x="0" y="113588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  <a:alpha val="25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694785" tIns="586876" rIns="213926" bIns="435423" numCol="1" spcCol="1270" anchor="ctr" anchorCtr="0">
            <a:noAutofit/>
          </a:bodyPr>
          <a:lstStyle/>
          <a:p>
            <a:pPr marL="0" marR="0" lvl="0" indent="0" algn="ctr" defTabSz="2089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0BD2A9E-654D-40EB-A226-0B7C026517E0}"/>
              </a:ext>
            </a:extLst>
          </p:cNvPr>
          <p:cNvSpPr/>
          <p:nvPr/>
        </p:nvSpPr>
        <p:spPr>
          <a:xfrm>
            <a:off x="4084319" y="3968963"/>
            <a:ext cx="2336900" cy="2336898"/>
          </a:xfrm>
          <a:custGeom>
            <a:avLst/>
            <a:gdLst>
              <a:gd name="connsiteX0" fmla="*/ 0 w 2271776"/>
              <a:gd name="connsiteY0" fmla="*/ 1135888 h 2271776"/>
              <a:gd name="connsiteX1" fmla="*/ 1135888 w 2271776"/>
              <a:gd name="connsiteY1" fmla="*/ 0 h 2271776"/>
              <a:gd name="connsiteX2" fmla="*/ 2271776 w 2271776"/>
              <a:gd name="connsiteY2" fmla="*/ 1135888 h 2271776"/>
              <a:gd name="connsiteX3" fmla="*/ 1135888 w 2271776"/>
              <a:gd name="connsiteY3" fmla="*/ 2271776 h 2271776"/>
              <a:gd name="connsiteX4" fmla="*/ 0 w 2271776"/>
              <a:gd name="connsiteY4" fmla="*/ 1135888 h 227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776" h="2271776">
                <a:moveTo>
                  <a:pt x="0" y="1135888"/>
                </a:moveTo>
                <a:cubicBezTo>
                  <a:pt x="0" y="508554"/>
                  <a:pt x="508554" y="0"/>
                  <a:pt x="1135888" y="0"/>
                </a:cubicBezTo>
                <a:cubicBezTo>
                  <a:pt x="1763222" y="0"/>
                  <a:pt x="2271776" y="508554"/>
                  <a:pt x="2271776" y="1135888"/>
                </a:cubicBezTo>
                <a:cubicBezTo>
                  <a:pt x="2271776" y="1763222"/>
                  <a:pt x="1763222" y="2271776"/>
                  <a:pt x="1135888" y="2271776"/>
                </a:cubicBezTo>
                <a:cubicBezTo>
                  <a:pt x="508554" y="2271776"/>
                  <a:pt x="0" y="1763222"/>
                  <a:pt x="0" y="113588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  <a:alpha val="25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13925" tIns="586876" rIns="694786" bIns="435423" numCol="1" spcCol="1270" anchor="ctr" anchorCtr="0">
            <a:noAutofit/>
          </a:bodyPr>
          <a:lstStyle/>
          <a:p>
            <a:pPr marL="0" marR="0" lvl="0" indent="0" algn="ctr" defTabSz="2089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984F7DB-7EE3-4272-8E50-F4C251C9DDF9}"/>
              </a:ext>
            </a:extLst>
          </p:cNvPr>
          <p:cNvCxnSpPr/>
          <p:nvPr/>
        </p:nvCxnSpPr>
        <p:spPr>
          <a:xfrm>
            <a:off x="874713" y="5121499"/>
            <a:ext cx="3073758" cy="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1EFAFFF-B4C6-432C-A155-A357F04CEC7E}"/>
              </a:ext>
            </a:extLst>
          </p:cNvPr>
          <p:cNvCxnSpPr/>
          <p:nvPr/>
        </p:nvCxnSpPr>
        <p:spPr>
          <a:xfrm>
            <a:off x="8243530" y="5121499"/>
            <a:ext cx="3073758" cy="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9A9A895-0702-4D25-BEB9-3C1BEC72A754}"/>
              </a:ext>
            </a:extLst>
          </p:cNvPr>
          <p:cNvCxnSpPr>
            <a:cxnSpLocks/>
          </p:cNvCxnSpPr>
          <p:nvPr/>
        </p:nvCxnSpPr>
        <p:spPr>
          <a:xfrm>
            <a:off x="6096000" y="1999129"/>
            <a:ext cx="0" cy="434789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C76B30E6-4100-4121-BD13-C649E66F57A6}"/>
              </a:ext>
            </a:extLst>
          </p:cNvPr>
          <p:cNvSpPr/>
          <p:nvPr/>
        </p:nvSpPr>
        <p:spPr>
          <a:xfrm>
            <a:off x="874714" y="4336374"/>
            <a:ext cx="1440920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2F20F0-4283-49A4-9657-0379891F534A}"/>
              </a:ext>
            </a:extLst>
          </p:cNvPr>
          <p:cNvSpPr/>
          <p:nvPr/>
        </p:nvSpPr>
        <p:spPr>
          <a:xfrm>
            <a:off x="874714" y="4669742"/>
            <a:ext cx="1889654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125955-61FD-4DE8-A709-258372919045}"/>
              </a:ext>
            </a:extLst>
          </p:cNvPr>
          <p:cNvSpPr/>
          <p:nvPr/>
        </p:nvSpPr>
        <p:spPr>
          <a:xfrm>
            <a:off x="9876366" y="4336374"/>
            <a:ext cx="1440920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234C778-B0DC-41C8-8F0E-25F5B4785CB5}"/>
              </a:ext>
            </a:extLst>
          </p:cNvPr>
          <p:cNvSpPr/>
          <p:nvPr/>
        </p:nvSpPr>
        <p:spPr>
          <a:xfrm>
            <a:off x="9427632" y="4669742"/>
            <a:ext cx="1889654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21FE4B4-B385-411E-9FAB-50526729716A}"/>
              </a:ext>
            </a:extLst>
          </p:cNvPr>
          <p:cNvSpPr/>
          <p:nvPr/>
        </p:nvSpPr>
        <p:spPr>
          <a:xfrm>
            <a:off x="5375540" y="1291426"/>
            <a:ext cx="1440920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D968A8C-F013-45D5-AE13-F3BD49A272CA}"/>
              </a:ext>
            </a:extLst>
          </p:cNvPr>
          <p:cNvSpPr/>
          <p:nvPr/>
        </p:nvSpPr>
        <p:spPr>
          <a:xfrm>
            <a:off x="5151173" y="1624794"/>
            <a:ext cx="1889654" cy="286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449464-3F58-46F4-92CA-AFE672BC2DB6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66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170DBD1-5219-482E-96A2-04AEBB61BAEC}"/>
              </a:ext>
            </a:extLst>
          </p:cNvPr>
          <p:cNvSpPr/>
          <p:nvPr/>
        </p:nvSpPr>
        <p:spPr>
          <a:xfrm>
            <a:off x="3840480" y="1385569"/>
            <a:ext cx="4511040" cy="4511040"/>
          </a:xfrm>
          <a:prstGeom prst="ellipse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1B47A44-5BF7-45A4-8248-0AA04E91E95A}"/>
              </a:ext>
            </a:extLst>
          </p:cNvPr>
          <p:cNvSpPr/>
          <p:nvPr/>
        </p:nvSpPr>
        <p:spPr>
          <a:xfrm>
            <a:off x="3983989" y="1529078"/>
            <a:ext cx="4224022" cy="42240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C154D1E-4B78-427F-9780-92766FD69B8D}"/>
              </a:ext>
            </a:extLst>
          </p:cNvPr>
          <p:cNvSpPr/>
          <p:nvPr/>
        </p:nvSpPr>
        <p:spPr>
          <a:xfrm>
            <a:off x="4788659" y="626711"/>
            <a:ext cx="2587790" cy="2587789"/>
          </a:xfrm>
          <a:custGeom>
            <a:avLst/>
            <a:gdLst>
              <a:gd name="connsiteX0" fmla="*/ 0 w 3251200"/>
              <a:gd name="connsiteY0" fmla="*/ 1625600 h 3251200"/>
              <a:gd name="connsiteX1" fmla="*/ 1625600 w 3251200"/>
              <a:gd name="connsiteY1" fmla="*/ 0 h 3251200"/>
              <a:gd name="connsiteX2" fmla="*/ 3251200 w 3251200"/>
              <a:gd name="connsiteY2" fmla="*/ 1625600 h 3251200"/>
              <a:gd name="connsiteX3" fmla="*/ 1625600 w 3251200"/>
              <a:gd name="connsiteY3" fmla="*/ 3251200 h 3251200"/>
              <a:gd name="connsiteX4" fmla="*/ 0 w 3251200"/>
              <a:gd name="connsiteY4" fmla="*/ 1625600 h 32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0" h="3251200">
                <a:moveTo>
                  <a:pt x="0" y="1625600"/>
                </a:moveTo>
                <a:cubicBezTo>
                  <a:pt x="0" y="727806"/>
                  <a:pt x="727806" y="0"/>
                  <a:pt x="1625600" y="0"/>
                </a:cubicBezTo>
                <a:cubicBezTo>
                  <a:pt x="2523394" y="0"/>
                  <a:pt x="3251200" y="727806"/>
                  <a:pt x="3251200" y="1625600"/>
                </a:cubicBezTo>
                <a:cubicBezTo>
                  <a:pt x="3251200" y="2523394"/>
                  <a:pt x="2523394" y="3251200"/>
                  <a:pt x="1625600" y="3251200"/>
                </a:cubicBezTo>
                <a:cubicBezTo>
                  <a:pt x="727806" y="3251200"/>
                  <a:pt x="0" y="2523394"/>
                  <a:pt x="0" y="16256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33494" tIns="568960" rIns="433493" bIns="1219200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CDE7AE0-339A-48EE-963D-FD09D14DA301}"/>
              </a:ext>
            </a:extLst>
          </p:cNvPr>
          <p:cNvSpPr/>
          <p:nvPr/>
        </p:nvSpPr>
        <p:spPr>
          <a:xfrm>
            <a:off x="6251410" y="3160342"/>
            <a:ext cx="2587790" cy="2587789"/>
          </a:xfrm>
          <a:custGeom>
            <a:avLst/>
            <a:gdLst>
              <a:gd name="connsiteX0" fmla="*/ 0 w 3251200"/>
              <a:gd name="connsiteY0" fmla="*/ 1625600 h 3251200"/>
              <a:gd name="connsiteX1" fmla="*/ 1625600 w 3251200"/>
              <a:gd name="connsiteY1" fmla="*/ 0 h 3251200"/>
              <a:gd name="connsiteX2" fmla="*/ 3251200 w 3251200"/>
              <a:gd name="connsiteY2" fmla="*/ 1625600 h 3251200"/>
              <a:gd name="connsiteX3" fmla="*/ 1625600 w 3251200"/>
              <a:gd name="connsiteY3" fmla="*/ 3251200 h 3251200"/>
              <a:gd name="connsiteX4" fmla="*/ 0 w 3251200"/>
              <a:gd name="connsiteY4" fmla="*/ 1625600 h 32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0" h="3251200">
                <a:moveTo>
                  <a:pt x="0" y="1625600"/>
                </a:moveTo>
                <a:cubicBezTo>
                  <a:pt x="0" y="727806"/>
                  <a:pt x="727806" y="0"/>
                  <a:pt x="1625600" y="0"/>
                </a:cubicBezTo>
                <a:cubicBezTo>
                  <a:pt x="2523394" y="0"/>
                  <a:pt x="3251200" y="727806"/>
                  <a:pt x="3251200" y="1625600"/>
                </a:cubicBezTo>
                <a:cubicBezTo>
                  <a:pt x="3251200" y="2523394"/>
                  <a:pt x="2523394" y="3251200"/>
                  <a:pt x="1625600" y="3251200"/>
                </a:cubicBezTo>
                <a:cubicBezTo>
                  <a:pt x="727806" y="3251200"/>
                  <a:pt x="0" y="2523394"/>
                  <a:pt x="0" y="16256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994325" tIns="839893" rIns="306155" bIns="623147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89077C5-056E-45C0-83D4-932F739B2A70}"/>
              </a:ext>
            </a:extLst>
          </p:cNvPr>
          <p:cNvSpPr/>
          <p:nvPr/>
        </p:nvSpPr>
        <p:spPr>
          <a:xfrm>
            <a:off x="3325910" y="3160342"/>
            <a:ext cx="2587790" cy="2587789"/>
          </a:xfrm>
          <a:custGeom>
            <a:avLst/>
            <a:gdLst>
              <a:gd name="connsiteX0" fmla="*/ 0 w 3251200"/>
              <a:gd name="connsiteY0" fmla="*/ 1625600 h 3251200"/>
              <a:gd name="connsiteX1" fmla="*/ 1625600 w 3251200"/>
              <a:gd name="connsiteY1" fmla="*/ 0 h 3251200"/>
              <a:gd name="connsiteX2" fmla="*/ 3251200 w 3251200"/>
              <a:gd name="connsiteY2" fmla="*/ 1625600 h 3251200"/>
              <a:gd name="connsiteX3" fmla="*/ 1625600 w 3251200"/>
              <a:gd name="connsiteY3" fmla="*/ 3251200 h 3251200"/>
              <a:gd name="connsiteX4" fmla="*/ 0 w 3251200"/>
              <a:gd name="connsiteY4" fmla="*/ 1625600 h 32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0" h="3251200">
                <a:moveTo>
                  <a:pt x="0" y="1625600"/>
                </a:moveTo>
                <a:cubicBezTo>
                  <a:pt x="0" y="727806"/>
                  <a:pt x="727806" y="0"/>
                  <a:pt x="1625600" y="0"/>
                </a:cubicBezTo>
                <a:cubicBezTo>
                  <a:pt x="2523394" y="0"/>
                  <a:pt x="3251200" y="727806"/>
                  <a:pt x="3251200" y="1625600"/>
                </a:cubicBezTo>
                <a:cubicBezTo>
                  <a:pt x="3251200" y="2523394"/>
                  <a:pt x="2523394" y="3251200"/>
                  <a:pt x="1625600" y="3251200"/>
                </a:cubicBezTo>
                <a:cubicBezTo>
                  <a:pt x="727806" y="3251200"/>
                  <a:pt x="0" y="2523394"/>
                  <a:pt x="0" y="16256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306155" tIns="839893" rIns="994325" bIns="623147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00B87D-D667-4F14-940F-37D1012D0A1E}"/>
              </a:ext>
            </a:extLst>
          </p:cNvPr>
          <p:cNvGrpSpPr/>
          <p:nvPr/>
        </p:nvGrpSpPr>
        <p:grpSpPr>
          <a:xfrm>
            <a:off x="5187695" y="1475826"/>
            <a:ext cx="1789718" cy="889558"/>
            <a:chOff x="3800404" y="1445742"/>
            <a:chExt cx="1789718" cy="88955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82B0B9-C219-473D-B29B-261ED0DB057A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70FD8B6-3FA3-41DF-85CD-77E7B764E817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98BA072-D863-4556-9842-085DAFA87876}"/>
              </a:ext>
            </a:extLst>
          </p:cNvPr>
          <p:cNvGrpSpPr/>
          <p:nvPr/>
        </p:nvGrpSpPr>
        <p:grpSpPr>
          <a:xfrm>
            <a:off x="3724946" y="4009457"/>
            <a:ext cx="1789718" cy="889558"/>
            <a:chOff x="3800404" y="1445742"/>
            <a:chExt cx="1789718" cy="88955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F4CEDD4-B341-4E83-94CC-B233FE4C347A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B395428-3003-4D5E-A233-847FFE48F925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F224EC5-F3E4-4BF9-B94F-B6873CB63B6E}"/>
              </a:ext>
            </a:extLst>
          </p:cNvPr>
          <p:cNvGrpSpPr/>
          <p:nvPr/>
        </p:nvGrpSpPr>
        <p:grpSpPr>
          <a:xfrm>
            <a:off x="6650446" y="4009457"/>
            <a:ext cx="1789718" cy="889558"/>
            <a:chOff x="3800404" y="1445742"/>
            <a:chExt cx="1789718" cy="88955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067A6AA-B0EF-47BD-9707-DBCFED50F941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990134F-33B1-42F5-9991-E30FB5FBE080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F53BFF43-0243-4246-9D81-E7B724FA9090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639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49FDFF1-CFC5-4382-882A-9BCF2876694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5E8A38-206A-4378-9AF7-797410455899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E16C66B7-E2F5-4DD6-B7B2-98A747F9AC26}"/>
              </a:ext>
            </a:extLst>
          </p:cNvPr>
          <p:cNvSpPr/>
          <p:nvPr/>
        </p:nvSpPr>
        <p:spPr>
          <a:xfrm>
            <a:off x="39237" y="3268469"/>
            <a:ext cx="6059488" cy="3589528"/>
          </a:xfrm>
          <a:custGeom>
            <a:avLst/>
            <a:gdLst>
              <a:gd name="connsiteX0" fmla="*/ 3317076 w 4710897"/>
              <a:gd name="connsiteY0" fmla="*/ 0 h 2773933"/>
              <a:gd name="connsiteX1" fmla="*/ 4710897 w 4710897"/>
              <a:gd name="connsiteY1" fmla="*/ 1811284 h 2773933"/>
              <a:gd name="connsiteX2" fmla="*/ 4710897 w 4710897"/>
              <a:gd name="connsiteY2" fmla="*/ 2773933 h 2773933"/>
              <a:gd name="connsiteX3" fmla="*/ 1736857 w 4710897"/>
              <a:gd name="connsiteY3" fmla="*/ 2773933 h 2773933"/>
              <a:gd name="connsiteX4" fmla="*/ 1182476 w 4710897"/>
              <a:gd name="connsiteY4" fmla="*/ 2773933 h 2773933"/>
              <a:gd name="connsiteX5" fmla="*/ 0 w 4710897"/>
              <a:gd name="connsiteY5" fmla="*/ 2773933 h 2773933"/>
              <a:gd name="connsiteX6" fmla="*/ 868429 w 4710897"/>
              <a:gd name="connsiteY6" fmla="*/ 1645402 h 2773933"/>
              <a:gd name="connsiteX7" fmla="*/ 1459667 w 4710897"/>
              <a:gd name="connsiteY7" fmla="*/ 2413721 h 277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10897" h="2773933">
                <a:moveTo>
                  <a:pt x="3317076" y="0"/>
                </a:moveTo>
                <a:lnTo>
                  <a:pt x="4710897" y="1811284"/>
                </a:lnTo>
                <a:lnTo>
                  <a:pt x="4710897" y="2773933"/>
                </a:lnTo>
                <a:lnTo>
                  <a:pt x="1736857" y="2773933"/>
                </a:lnTo>
                <a:lnTo>
                  <a:pt x="1182476" y="2773933"/>
                </a:lnTo>
                <a:lnTo>
                  <a:pt x="0" y="2773933"/>
                </a:lnTo>
                <a:lnTo>
                  <a:pt x="868429" y="1645402"/>
                </a:lnTo>
                <a:lnTo>
                  <a:pt x="1459667" y="241372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3241D11-8D32-4337-902D-FC740866081E}"/>
              </a:ext>
            </a:extLst>
          </p:cNvPr>
          <p:cNvSpPr/>
          <p:nvPr/>
        </p:nvSpPr>
        <p:spPr>
          <a:xfrm>
            <a:off x="472958" y="1555223"/>
            <a:ext cx="2210114" cy="2574686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C1E073-F725-4E45-9964-81D40AE5F131}"/>
              </a:ext>
            </a:extLst>
          </p:cNvPr>
          <p:cNvSpPr/>
          <p:nvPr/>
        </p:nvSpPr>
        <p:spPr>
          <a:xfrm>
            <a:off x="3556001" y="1416050"/>
            <a:ext cx="7761288" cy="4821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90963EB-5DE9-4D05-BE1E-BE93839EC294}"/>
              </a:ext>
            </a:extLst>
          </p:cNvPr>
          <p:cNvGrpSpPr/>
          <p:nvPr/>
        </p:nvGrpSpPr>
        <p:grpSpPr>
          <a:xfrm>
            <a:off x="4311731" y="2008706"/>
            <a:ext cx="6249828" cy="931519"/>
            <a:chOff x="4311731" y="2053674"/>
            <a:chExt cx="6249828" cy="116360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DDAAB54-1FAD-40CB-B97F-D605E75E5994}"/>
                </a:ext>
              </a:extLst>
            </p:cNvPr>
            <p:cNvSpPr/>
            <p:nvPr/>
          </p:nvSpPr>
          <p:spPr>
            <a:xfrm>
              <a:off x="4311732" y="205367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A6B9DD4-12B1-426D-B30E-479C9B2EB1EF}"/>
                </a:ext>
              </a:extLst>
            </p:cNvPr>
            <p:cNvSpPr/>
            <p:nvPr/>
          </p:nvSpPr>
          <p:spPr>
            <a:xfrm>
              <a:off x="4311731" y="2597893"/>
              <a:ext cx="624982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ED99207-CCAD-42BA-B73F-6D78CA85B76D}"/>
                </a:ext>
              </a:extLst>
            </p:cNvPr>
            <p:cNvSpPr/>
            <p:nvPr/>
          </p:nvSpPr>
          <p:spPr>
            <a:xfrm>
              <a:off x="4311731" y="2931261"/>
              <a:ext cx="430913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B6456C8-B664-40E1-BFC9-860863E491CE}"/>
              </a:ext>
            </a:extLst>
          </p:cNvPr>
          <p:cNvGrpSpPr/>
          <p:nvPr/>
        </p:nvGrpSpPr>
        <p:grpSpPr>
          <a:xfrm>
            <a:off x="4311731" y="3360910"/>
            <a:ext cx="6249828" cy="931519"/>
            <a:chOff x="4311731" y="2053674"/>
            <a:chExt cx="6249828" cy="116360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4A5CC2D-9230-46B5-8240-2946B4678177}"/>
                </a:ext>
              </a:extLst>
            </p:cNvPr>
            <p:cNvSpPr/>
            <p:nvPr/>
          </p:nvSpPr>
          <p:spPr>
            <a:xfrm>
              <a:off x="4311732" y="205367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8D515A4-7186-4248-8356-301CFACAC460}"/>
                </a:ext>
              </a:extLst>
            </p:cNvPr>
            <p:cNvSpPr/>
            <p:nvPr/>
          </p:nvSpPr>
          <p:spPr>
            <a:xfrm>
              <a:off x="4311731" y="2597893"/>
              <a:ext cx="624982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7905E31-565D-42D2-A20B-74646788298B}"/>
                </a:ext>
              </a:extLst>
            </p:cNvPr>
            <p:cNvSpPr/>
            <p:nvPr/>
          </p:nvSpPr>
          <p:spPr>
            <a:xfrm>
              <a:off x="4311731" y="2931261"/>
              <a:ext cx="430913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F17C934-AE91-4DF5-A038-3B78D8EC9BCB}"/>
              </a:ext>
            </a:extLst>
          </p:cNvPr>
          <p:cNvGrpSpPr/>
          <p:nvPr/>
        </p:nvGrpSpPr>
        <p:grpSpPr>
          <a:xfrm>
            <a:off x="4311731" y="4713113"/>
            <a:ext cx="6249828" cy="931519"/>
            <a:chOff x="4311731" y="2053674"/>
            <a:chExt cx="6249828" cy="116360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147C452-40A4-4066-8571-52F669D526A4}"/>
                </a:ext>
              </a:extLst>
            </p:cNvPr>
            <p:cNvSpPr/>
            <p:nvPr/>
          </p:nvSpPr>
          <p:spPr>
            <a:xfrm>
              <a:off x="4311732" y="205367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52FF9EF-9CE1-4D60-ACC3-8FAAB418D6CB}"/>
                </a:ext>
              </a:extLst>
            </p:cNvPr>
            <p:cNvSpPr/>
            <p:nvPr/>
          </p:nvSpPr>
          <p:spPr>
            <a:xfrm>
              <a:off x="4311731" y="2597893"/>
              <a:ext cx="624982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5192FEA-6955-4A2A-BB4A-E2AB4E29BB2A}"/>
                </a:ext>
              </a:extLst>
            </p:cNvPr>
            <p:cNvSpPr/>
            <p:nvPr/>
          </p:nvSpPr>
          <p:spPr>
            <a:xfrm>
              <a:off x="4311731" y="2931261"/>
              <a:ext cx="430913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3316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01CE7F-730C-4915-8EE7-F556FA43EF19}"/>
              </a:ext>
            </a:extLst>
          </p:cNvPr>
          <p:cNvSpPr/>
          <p:nvPr/>
        </p:nvSpPr>
        <p:spPr>
          <a:xfrm>
            <a:off x="3274092" y="5229019"/>
            <a:ext cx="1467020" cy="277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1384A9-2CDB-4BA1-B6D5-2FA6F7C47616}"/>
              </a:ext>
            </a:extLst>
          </p:cNvPr>
          <p:cNvSpPr/>
          <p:nvPr/>
        </p:nvSpPr>
        <p:spPr>
          <a:xfrm>
            <a:off x="7450890" y="5229019"/>
            <a:ext cx="1467020" cy="277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6CC88F-F726-4E38-A977-B360C07C8716}"/>
              </a:ext>
            </a:extLst>
          </p:cNvPr>
          <p:cNvSpPr/>
          <p:nvPr/>
        </p:nvSpPr>
        <p:spPr>
          <a:xfrm>
            <a:off x="5367907" y="1652507"/>
            <a:ext cx="1467020" cy="277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AC076FE-9976-412C-9E95-87968DD7E521}"/>
              </a:ext>
            </a:extLst>
          </p:cNvPr>
          <p:cNvSpPr/>
          <p:nvPr/>
        </p:nvSpPr>
        <p:spPr>
          <a:xfrm>
            <a:off x="4715156" y="2170905"/>
            <a:ext cx="2761689" cy="2380767"/>
          </a:xfrm>
          <a:prstGeom prst="triangle">
            <a:avLst/>
          </a:prstGeom>
          <a:solidFill>
            <a:schemeClr val="accent1"/>
          </a:solidFill>
          <a:ln w="5080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B6EC6E-A75B-4F37-99FD-59EB1FF9FF38}"/>
              </a:ext>
            </a:extLst>
          </p:cNvPr>
          <p:cNvSpPr/>
          <p:nvPr/>
        </p:nvSpPr>
        <p:spPr>
          <a:xfrm>
            <a:off x="5662925" y="692151"/>
            <a:ext cx="866151" cy="8661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5447032F-8736-4626-99BC-E1F844E94FA8}"/>
              </a:ext>
            </a:extLst>
          </p:cNvPr>
          <p:cNvSpPr/>
          <p:nvPr/>
        </p:nvSpPr>
        <p:spPr>
          <a:xfrm>
            <a:off x="3538037" y="1049923"/>
            <a:ext cx="5115927" cy="5115928"/>
          </a:xfrm>
          <a:prstGeom prst="arc">
            <a:avLst>
              <a:gd name="adj1" fmla="val 16914134"/>
              <a:gd name="adj2" fmla="val 1063246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343BCCF-D82A-44A9-8899-784D28073359}"/>
              </a:ext>
            </a:extLst>
          </p:cNvPr>
          <p:cNvSpPr/>
          <p:nvPr/>
        </p:nvSpPr>
        <p:spPr>
          <a:xfrm>
            <a:off x="7751325" y="4268663"/>
            <a:ext cx="866151" cy="8661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71E18B-8F86-4064-85C5-A828B0E47AAE}"/>
              </a:ext>
            </a:extLst>
          </p:cNvPr>
          <p:cNvSpPr/>
          <p:nvPr/>
        </p:nvSpPr>
        <p:spPr>
          <a:xfrm>
            <a:off x="3574526" y="4268663"/>
            <a:ext cx="866151" cy="8661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FB273E3A-744F-49A8-9743-FB19164F23CD}"/>
              </a:ext>
            </a:extLst>
          </p:cNvPr>
          <p:cNvSpPr/>
          <p:nvPr/>
        </p:nvSpPr>
        <p:spPr>
          <a:xfrm>
            <a:off x="3538037" y="1049923"/>
            <a:ext cx="5115927" cy="5115928"/>
          </a:xfrm>
          <a:prstGeom prst="arc">
            <a:avLst>
              <a:gd name="adj1" fmla="val 3188091"/>
              <a:gd name="adj2" fmla="val 7677918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id="{2021A3B4-D72A-4F1B-9826-1E5427FE272F}"/>
              </a:ext>
            </a:extLst>
          </p:cNvPr>
          <p:cNvSpPr/>
          <p:nvPr/>
        </p:nvSpPr>
        <p:spPr>
          <a:xfrm>
            <a:off x="3538037" y="1049923"/>
            <a:ext cx="5115927" cy="5115928"/>
          </a:xfrm>
          <a:prstGeom prst="arc">
            <a:avLst>
              <a:gd name="adj1" fmla="val 9750949"/>
              <a:gd name="adj2" fmla="val 15521421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81D04649-8999-4794-8E71-2A432D33EE9E}"/>
              </a:ext>
            </a:extLst>
          </p:cNvPr>
          <p:cNvGrpSpPr/>
          <p:nvPr/>
        </p:nvGrpSpPr>
        <p:grpSpPr>
          <a:xfrm>
            <a:off x="668758" y="1405880"/>
            <a:ext cx="10881558" cy="4046240"/>
            <a:chOff x="790649" y="1451204"/>
            <a:chExt cx="10637776" cy="3955592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69159306-6E1A-463F-839C-891200EF429B}"/>
                </a:ext>
              </a:extLst>
            </p:cNvPr>
            <p:cNvGrpSpPr/>
            <p:nvPr/>
          </p:nvGrpSpPr>
          <p:grpSpPr>
            <a:xfrm>
              <a:off x="790649" y="1451204"/>
              <a:ext cx="10637776" cy="3955592"/>
              <a:chOff x="3792277" y="2936312"/>
              <a:chExt cx="4634519" cy="1723318"/>
            </a:xfrm>
          </p:grpSpPr>
          <p:sp>
            <p:nvSpPr>
              <p:cNvPr id="3" name="弧形 2">
                <a:extLst>
                  <a:ext uri="{FF2B5EF4-FFF2-40B4-BE49-F238E27FC236}">
                    <a16:creationId xmlns:a16="http://schemas.microsoft.com/office/drawing/2014/main" id="{7A05E304-C9EA-4F74-8BF3-5F3434212F1D}"/>
                  </a:ext>
                </a:extLst>
              </p:cNvPr>
              <p:cNvSpPr/>
              <p:nvPr/>
            </p:nvSpPr>
            <p:spPr>
              <a:xfrm>
                <a:off x="3896417" y="2936312"/>
                <a:ext cx="1723318" cy="1723318"/>
              </a:xfrm>
              <a:prstGeom prst="arc">
                <a:avLst>
                  <a:gd name="adj1" fmla="val 2539966"/>
                  <a:gd name="adj2" fmla="val 19693843"/>
                </a:avLst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弧形 3">
                <a:extLst>
                  <a:ext uri="{FF2B5EF4-FFF2-40B4-BE49-F238E27FC236}">
                    <a16:creationId xmlns:a16="http://schemas.microsoft.com/office/drawing/2014/main" id="{8F0BF5AC-88A7-428E-A831-3BB7F074BAFF}"/>
                  </a:ext>
                </a:extLst>
              </p:cNvPr>
              <p:cNvSpPr/>
              <p:nvPr/>
            </p:nvSpPr>
            <p:spPr>
              <a:xfrm>
                <a:off x="5247877" y="2936312"/>
                <a:ext cx="1723318" cy="1723318"/>
              </a:xfrm>
              <a:prstGeom prst="arc">
                <a:avLst>
                  <a:gd name="adj1" fmla="val 13332509"/>
                  <a:gd name="adj2" fmla="val 19107389"/>
                </a:avLst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弧形 4">
                <a:extLst>
                  <a:ext uri="{FF2B5EF4-FFF2-40B4-BE49-F238E27FC236}">
                    <a16:creationId xmlns:a16="http://schemas.microsoft.com/office/drawing/2014/main" id="{6A91FB6B-4EFB-4EB3-82BF-2AAEAB8EC8BC}"/>
                  </a:ext>
                </a:extLst>
              </p:cNvPr>
              <p:cNvSpPr/>
              <p:nvPr/>
            </p:nvSpPr>
            <p:spPr>
              <a:xfrm>
                <a:off x="5247877" y="2936312"/>
                <a:ext cx="1723318" cy="1723318"/>
              </a:xfrm>
              <a:prstGeom prst="arc">
                <a:avLst>
                  <a:gd name="adj1" fmla="val 1970565"/>
                  <a:gd name="adj2" fmla="val 8898057"/>
                </a:avLst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弧形 5">
                <a:extLst>
                  <a:ext uri="{FF2B5EF4-FFF2-40B4-BE49-F238E27FC236}">
                    <a16:creationId xmlns:a16="http://schemas.microsoft.com/office/drawing/2014/main" id="{5CEA6B12-DA9F-40AC-B685-DFA7D5DC23F9}"/>
                  </a:ext>
                </a:extLst>
              </p:cNvPr>
              <p:cNvSpPr/>
              <p:nvPr/>
            </p:nvSpPr>
            <p:spPr>
              <a:xfrm>
                <a:off x="3792277" y="2936312"/>
                <a:ext cx="1723318" cy="1723318"/>
              </a:xfrm>
              <a:prstGeom prst="arc">
                <a:avLst>
                  <a:gd name="adj1" fmla="val 19697852"/>
                  <a:gd name="adj2" fmla="val 120591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弧形 6">
                <a:extLst>
                  <a:ext uri="{FF2B5EF4-FFF2-40B4-BE49-F238E27FC236}">
                    <a16:creationId xmlns:a16="http://schemas.microsoft.com/office/drawing/2014/main" id="{2C99F398-EA42-4B61-AC03-D064762367D1}"/>
                  </a:ext>
                </a:extLst>
              </p:cNvPr>
              <p:cNvSpPr/>
              <p:nvPr/>
            </p:nvSpPr>
            <p:spPr>
              <a:xfrm>
                <a:off x="5352016" y="2936312"/>
                <a:ext cx="1723318" cy="1723318"/>
              </a:xfrm>
              <a:prstGeom prst="arc">
                <a:avLst>
                  <a:gd name="adj1" fmla="val 8861599"/>
                  <a:gd name="adj2" fmla="val 11986952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弧形 7">
                <a:extLst>
                  <a:ext uri="{FF2B5EF4-FFF2-40B4-BE49-F238E27FC236}">
                    <a16:creationId xmlns:a16="http://schemas.microsoft.com/office/drawing/2014/main" id="{30A2F28E-11F8-4AFC-B303-079A5B1368C5}"/>
                  </a:ext>
                </a:extLst>
              </p:cNvPr>
              <p:cNvSpPr/>
              <p:nvPr/>
            </p:nvSpPr>
            <p:spPr>
              <a:xfrm>
                <a:off x="6599340" y="2936312"/>
                <a:ext cx="1723318" cy="1723318"/>
              </a:xfrm>
              <a:prstGeom prst="arc">
                <a:avLst>
                  <a:gd name="adj1" fmla="val 12675527"/>
                  <a:gd name="adj2" fmla="val 8263575"/>
                </a:avLst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CCACF2FE-A6C0-4230-8173-836C56D4A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88211" y="3316605"/>
                <a:ext cx="20084" cy="3048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4415FED9-876E-45CB-9C82-9A7FB7CA05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60080" y="3343275"/>
                <a:ext cx="30132" cy="45727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9D9D0FA7-EADC-4941-ACFC-6420EC704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66318" y="4257047"/>
                <a:ext cx="20084" cy="3048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62EAF393-14E8-4CFE-9509-7E13799ADC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76258" y="4208783"/>
                <a:ext cx="30132" cy="45727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弧形 12">
                <a:extLst>
                  <a:ext uri="{FF2B5EF4-FFF2-40B4-BE49-F238E27FC236}">
                    <a16:creationId xmlns:a16="http://schemas.microsoft.com/office/drawing/2014/main" id="{23F286DA-1252-40E7-B2BD-3F410F6AF3B0}"/>
                  </a:ext>
                </a:extLst>
              </p:cNvPr>
              <p:cNvSpPr/>
              <p:nvPr/>
            </p:nvSpPr>
            <p:spPr>
              <a:xfrm flipH="1">
                <a:off x="6703478" y="2936312"/>
                <a:ext cx="1723318" cy="1723318"/>
              </a:xfrm>
              <a:prstGeom prst="arc">
                <a:avLst>
                  <a:gd name="adj1" fmla="val 19697852"/>
                  <a:gd name="adj2" fmla="val 120591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弧形 13">
                <a:extLst>
                  <a:ext uri="{FF2B5EF4-FFF2-40B4-BE49-F238E27FC236}">
                    <a16:creationId xmlns:a16="http://schemas.microsoft.com/office/drawing/2014/main" id="{E042260A-FF10-42C9-AE47-CC50A638550E}"/>
                  </a:ext>
                </a:extLst>
              </p:cNvPr>
              <p:cNvSpPr/>
              <p:nvPr/>
            </p:nvSpPr>
            <p:spPr>
              <a:xfrm flipH="1">
                <a:off x="5143739" y="2936312"/>
                <a:ext cx="1723318" cy="1723318"/>
              </a:xfrm>
              <a:prstGeom prst="arc">
                <a:avLst>
                  <a:gd name="adj1" fmla="val 8861599"/>
                  <a:gd name="adj2" fmla="val 11986952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3E61474-999A-4830-B9B0-E6A2AECA8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778" y="3314700"/>
                <a:ext cx="20084" cy="3048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8FF74ABA-AFB9-4C6E-BA6D-69403A98D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051" y="3348990"/>
                <a:ext cx="30132" cy="45727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4F7D2FF-9E1E-4A4B-AF62-998D4DD39F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34576" y="4257047"/>
                <a:ext cx="20084" cy="3048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E91CCA9B-1B9B-4F76-9CE4-F8F372F0FD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04540" y="4218940"/>
                <a:ext cx="30132" cy="45727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1B11DCC-EE4C-4ABA-BAE0-A524DA34B6FB}"/>
                </a:ext>
              </a:extLst>
            </p:cNvPr>
            <p:cNvSpPr/>
            <p:nvPr/>
          </p:nvSpPr>
          <p:spPr>
            <a:xfrm>
              <a:off x="1882910" y="3607066"/>
              <a:ext cx="1911029" cy="229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8D870BC-7290-4900-A497-11D582DBBCC9}"/>
                </a:ext>
              </a:extLst>
            </p:cNvPr>
            <p:cNvSpPr/>
            <p:nvPr/>
          </p:nvSpPr>
          <p:spPr>
            <a:xfrm>
              <a:off x="1885471" y="3020993"/>
              <a:ext cx="1911025" cy="4487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C6A7CFA-E458-4C45-9EAF-DCE298087504}"/>
                </a:ext>
              </a:extLst>
            </p:cNvPr>
            <p:cNvSpPr/>
            <p:nvPr/>
          </p:nvSpPr>
          <p:spPr>
            <a:xfrm>
              <a:off x="5139207" y="3607066"/>
              <a:ext cx="1911029" cy="229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DB9ADC1-8B62-4640-934F-F747D6AB4BC6}"/>
                </a:ext>
              </a:extLst>
            </p:cNvPr>
            <p:cNvSpPr/>
            <p:nvPr/>
          </p:nvSpPr>
          <p:spPr>
            <a:xfrm>
              <a:off x="5141768" y="3020993"/>
              <a:ext cx="1911025" cy="4487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C55C730-08B2-417B-92A7-FA4AB35485ED}"/>
                </a:ext>
              </a:extLst>
            </p:cNvPr>
            <p:cNvSpPr/>
            <p:nvPr/>
          </p:nvSpPr>
          <p:spPr>
            <a:xfrm>
              <a:off x="8562052" y="3607066"/>
              <a:ext cx="1911029" cy="229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A0C9A11-D38F-4A15-A417-1492F7FA9440}"/>
                </a:ext>
              </a:extLst>
            </p:cNvPr>
            <p:cNvSpPr/>
            <p:nvPr/>
          </p:nvSpPr>
          <p:spPr>
            <a:xfrm>
              <a:off x="8564613" y="3020993"/>
              <a:ext cx="1911025" cy="4487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064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9E2F48F-6837-41C7-8A6C-0C598BFF36BA}"/>
              </a:ext>
            </a:extLst>
          </p:cNvPr>
          <p:cNvSpPr/>
          <p:nvPr/>
        </p:nvSpPr>
        <p:spPr>
          <a:xfrm>
            <a:off x="4652848" y="2028181"/>
            <a:ext cx="2886304" cy="288630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745A443-3484-43B2-A512-C6008D943F47}"/>
              </a:ext>
            </a:extLst>
          </p:cNvPr>
          <p:cNvSpPr/>
          <p:nvPr/>
        </p:nvSpPr>
        <p:spPr>
          <a:xfrm>
            <a:off x="3962400" y="1337733"/>
            <a:ext cx="4267200" cy="42672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822599-740D-4B67-BBBD-4321F423D217}"/>
              </a:ext>
            </a:extLst>
          </p:cNvPr>
          <p:cNvSpPr/>
          <p:nvPr/>
        </p:nvSpPr>
        <p:spPr>
          <a:xfrm>
            <a:off x="3694396" y="1875802"/>
            <a:ext cx="988831" cy="988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6F23D63-E7E3-49C0-A611-51E7C9BAF71B}"/>
              </a:ext>
            </a:extLst>
          </p:cNvPr>
          <p:cNvSpPr/>
          <p:nvPr/>
        </p:nvSpPr>
        <p:spPr>
          <a:xfrm>
            <a:off x="7508773" y="1875802"/>
            <a:ext cx="988831" cy="988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BD2B8F6-D7A0-4329-BF91-E005EAAA8BD1}"/>
              </a:ext>
            </a:extLst>
          </p:cNvPr>
          <p:cNvSpPr/>
          <p:nvPr/>
        </p:nvSpPr>
        <p:spPr>
          <a:xfrm>
            <a:off x="5601585" y="5179150"/>
            <a:ext cx="988831" cy="988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218F7B2-1A39-44D3-8B07-6A3221A38366}"/>
              </a:ext>
            </a:extLst>
          </p:cNvPr>
          <p:cNvGrpSpPr/>
          <p:nvPr/>
        </p:nvGrpSpPr>
        <p:grpSpPr>
          <a:xfrm>
            <a:off x="8841986" y="1875802"/>
            <a:ext cx="2481163" cy="922679"/>
            <a:chOff x="8841986" y="1875802"/>
            <a:chExt cx="2481163" cy="92267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8F031AE-E2CF-4370-8E3B-483D483A433D}"/>
                </a:ext>
              </a:extLst>
            </p:cNvPr>
            <p:cNvSpPr/>
            <p:nvPr/>
          </p:nvSpPr>
          <p:spPr>
            <a:xfrm>
              <a:off x="8841988" y="1875802"/>
              <a:ext cx="1447127" cy="3054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9EF959C-CFC8-474C-B748-5DFD68C608DA}"/>
                </a:ext>
              </a:extLst>
            </p:cNvPr>
            <p:cNvSpPr/>
            <p:nvPr/>
          </p:nvSpPr>
          <p:spPr>
            <a:xfrm>
              <a:off x="8841986" y="2297661"/>
              <a:ext cx="2481163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3C531D6-FA70-4BD9-B736-C078E80A7EA2}"/>
                </a:ext>
              </a:extLst>
            </p:cNvPr>
            <p:cNvSpPr/>
            <p:nvPr/>
          </p:nvSpPr>
          <p:spPr>
            <a:xfrm>
              <a:off x="8841987" y="2567215"/>
              <a:ext cx="1983098" cy="2312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EF09CD71-F420-466A-9AD0-A1AC336A77F3}"/>
              </a:ext>
            </a:extLst>
          </p:cNvPr>
          <p:cNvSpPr/>
          <p:nvPr/>
        </p:nvSpPr>
        <p:spPr>
          <a:xfrm>
            <a:off x="6989020" y="5520267"/>
            <a:ext cx="1447127" cy="305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C9597B-4124-4F9D-B71E-1B1EFDCF0C32}"/>
              </a:ext>
            </a:extLst>
          </p:cNvPr>
          <p:cNvSpPr/>
          <p:nvPr/>
        </p:nvSpPr>
        <p:spPr>
          <a:xfrm>
            <a:off x="6989018" y="5942126"/>
            <a:ext cx="2481163" cy="2312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F94AA7-F7A5-4731-A8B4-E03469BDD771}"/>
              </a:ext>
            </a:extLst>
          </p:cNvPr>
          <p:cNvSpPr/>
          <p:nvPr/>
        </p:nvSpPr>
        <p:spPr>
          <a:xfrm flipH="1">
            <a:off x="1902043" y="1875802"/>
            <a:ext cx="1447127" cy="305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300590-818D-4145-B30A-7141D17834A4}"/>
              </a:ext>
            </a:extLst>
          </p:cNvPr>
          <p:cNvSpPr/>
          <p:nvPr/>
        </p:nvSpPr>
        <p:spPr>
          <a:xfrm flipH="1">
            <a:off x="868009" y="2297661"/>
            <a:ext cx="2481163" cy="2312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4AFF804-8FA7-4D35-8472-C4F9378A397A}"/>
              </a:ext>
            </a:extLst>
          </p:cNvPr>
          <p:cNvSpPr/>
          <p:nvPr/>
        </p:nvSpPr>
        <p:spPr>
          <a:xfrm flipH="1">
            <a:off x="1366073" y="2567215"/>
            <a:ext cx="1983098" cy="2312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08919A3-5FF4-4ACD-99D0-CB5D3D9BDC88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6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C084E85-3012-4F50-B916-0B6EC5528ACD}"/>
              </a:ext>
            </a:extLst>
          </p:cNvPr>
          <p:cNvSpPr/>
          <p:nvPr/>
        </p:nvSpPr>
        <p:spPr>
          <a:xfrm>
            <a:off x="8082014" y="2598227"/>
            <a:ext cx="3235274" cy="3315211"/>
          </a:xfrm>
          <a:prstGeom prst="roundRect">
            <a:avLst>
              <a:gd name="adj" fmla="val 357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DECA602-E6A8-4B98-BEA7-7DCF0089B287}"/>
              </a:ext>
            </a:extLst>
          </p:cNvPr>
          <p:cNvSpPr/>
          <p:nvPr/>
        </p:nvSpPr>
        <p:spPr>
          <a:xfrm>
            <a:off x="4478363" y="2598227"/>
            <a:ext cx="3235274" cy="3315211"/>
          </a:xfrm>
          <a:prstGeom prst="roundRect">
            <a:avLst>
              <a:gd name="adj" fmla="val 357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FF856C2-0620-4D0D-A753-D291E9E1AF13}"/>
              </a:ext>
            </a:extLst>
          </p:cNvPr>
          <p:cNvSpPr/>
          <p:nvPr/>
        </p:nvSpPr>
        <p:spPr>
          <a:xfrm>
            <a:off x="874713" y="2598227"/>
            <a:ext cx="3235274" cy="3315211"/>
          </a:xfrm>
          <a:prstGeom prst="roundRect">
            <a:avLst>
              <a:gd name="adj" fmla="val 357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48440E-6AEE-4E58-806B-20DA2AB0DB77}"/>
              </a:ext>
            </a:extLst>
          </p:cNvPr>
          <p:cNvSpPr/>
          <p:nvPr/>
        </p:nvSpPr>
        <p:spPr>
          <a:xfrm>
            <a:off x="5142400" y="1636303"/>
            <a:ext cx="1892748" cy="189274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6237AA-AA06-4B3D-AEED-84E2066D209D}"/>
              </a:ext>
            </a:extLst>
          </p:cNvPr>
          <p:cNvSpPr/>
          <p:nvPr/>
        </p:nvSpPr>
        <p:spPr>
          <a:xfrm>
            <a:off x="5373663" y="1867564"/>
            <a:ext cx="1430223" cy="14302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30200" dist="3175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0FA4E8F-AE4A-46C2-88F0-87ECCC9A8E42}"/>
              </a:ext>
            </a:extLst>
          </p:cNvPr>
          <p:cNvSpPr/>
          <p:nvPr/>
        </p:nvSpPr>
        <p:spPr>
          <a:xfrm>
            <a:off x="1517809" y="1636303"/>
            <a:ext cx="1892748" cy="189274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A8EFECF-1767-4A17-8364-A48BA0A42A2D}"/>
              </a:ext>
            </a:extLst>
          </p:cNvPr>
          <p:cNvSpPr/>
          <p:nvPr/>
        </p:nvSpPr>
        <p:spPr>
          <a:xfrm>
            <a:off x="1749072" y="1867564"/>
            <a:ext cx="1430223" cy="14302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30200" dist="3175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C897962-CBE8-4123-9024-669B49D98E03}"/>
              </a:ext>
            </a:extLst>
          </p:cNvPr>
          <p:cNvSpPr/>
          <p:nvPr/>
        </p:nvSpPr>
        <p:spPr>
          <a:xfrm>
            <a:off x="8781444" y="1636303"/>
            <a:ext cx="1892748" cy="189274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0C1F90F-9970-41E1-8B47-A8249A0EC60C}"/>
              </a:ext>
            </a:extLst>
          </p:cNvPr>
          <p:cNvSpPr/>
          <p:nvPr/>
        </p:nvSpPr>
        <p:spPr>
          <a:xfrm>
            <a:off x="9012707" y="1867564"/>
            <a:ext cx="1430223" cy="14302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30200" dist="3175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2EBA2CA-778E-410E-A67D-E169568D0420}"/>
              </a:ext>
            </a:extLst>
          </p:cNvPr>
          <p:cNvGrpSpPr/>
          <p:nvPr/>
        </p:nvGrpSpPr>
        <p:grpSpPr>
          <a:xfrm>
            <a:off x="1251769" y="3752085"/>
            <a:ext cx="2481163" cy="1818471"/>
            <a:chOff x="1251769" y="3798920"/>
            <a:chExt cx="2481163" cy="181847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71EB5C8-2315-4978-9F47-D65296D8EC9D}"/>
                </a:ext>
              </a:extLst>
            </p:cNvPr>
            <p:cNvSpPr/>
            <p:nvPr/>
          </p:nvSpPr>
          <p:spPr>
            <a:xfrm>
              <a:off x="1514941" y="3798920"/>
              <a:ext cx="1954819" cy="4590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6E64052-76DA-48BD-ACF4-32E4EB3305EF}"/>
                </a:ext>
              </a:extLst>
            </p:cNvPr>
            <p:cNvSpPr/>
            <p:nvPr/>
          </p:nvSpPr>
          <p:spPr>
            <a:xfrm>
              <a:off x="1251769" y="4490973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91A2A88-3C7D-48C7-8F95-4CA8A451E7E5}"/>
                </a:ext>
              </a:extLst>
            </p:cNvPr>
            <p:cNvSpPr/>
            <p:nvPr/>
          </p:nvSpPr>
          <p:spPr>
            <a:xfrm>
              <a:off x="1251769" y="4789357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4FE80AA-4C98-496F-827E-9F11052726B4}"/>
                </a:ext>
              </a:extLst>
            </p:cNvPr>
            <p:cNvSpPr/>
            <p:nvPr/>
          </p:nvSpPr>
          <p:spPr>
            <a:xfrm>
              <a:off x="1251769" y="5087741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7065E04-8211-4A8B-ACFC-77AD6AFE16E3}"/>
                </a:ext>
              </a:extLst>
            </p:cNvPr>
            <p:cNvSpPr/>
            <p:nvPr/>
          </p:nvSpPr>
          <p:spPr>
            <a:xfrm>
              <a:off x="1251770" y="5386125"/>
              <a:ext cx="2028006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07B5D8E-DA83-45A5-8D3F-549E1F15BC49}"/>
              </a:ext>
            </a:extLst>
          </p:cNvPr>
          <p:cNvGrpSpPr/>
          <p:nvPr/>
        </p:nvGrpSpPr>
        <p:grpSpPr>
          <a:xfrm>
            <a:off x="4848192" y="3752085"/>
            <a:ext cx="2481163" cy="1818471"/>
            <a:chOff x="1251769" y="3798920"/>
            <a:chExt cx="2481163" cy="1818471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82B11F9-1C18-40E2-8BCD-7E5EFE1EDD8E}"/>
                </a:ext>
              </a:extLst>
            </p:cNvPr>
            <p:cNvSpPr/>
            <p:nvPr/>
          </p:nvSpPr>
          <p:spPr>
            <a:xfrm>
              <a:off x="1514941" y="3798920"/>
              <a:ext cx="1954819" cy="4590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005EAFE-5179-40B6-9BFD-6D68A6572074}"/>
                </a:ext>
              </a:extLst>
            </p:cNvPr>
            <p:cNvSpPr/>
            <p:nvPr/>
          </p:nvSpPr>
          <p:spPr>
            <a:xfrm>
              <a:off x="1251769" y="4490973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72D6F63-05F0-4A3B-A9C2-9BEB6C30655D}"/>
                </a:ext>
              </a:extLst>
            </p:cNvPr>
            <p:cNvSpPr/>
            <p:nvPr/>
          </p:nvSpPr>
          <p:spPr>
            <a:xfrm>
              <a:off x="1251769" y="4789357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A258B96-DDF6-40FD-8396-FD29D49500F4}"/>
                </a:ext>
              </a:extLst>
            </p:cNvPr>
            <p:cNvSpPr/>
            <p:nvPr/>
          </p:nvSpPr>
          <p:spPr>
            <a:xfrm>
              <a:off x="1251769" y="5087741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6EC3E71-2C16-45D8-A609-8AD1DFF689E5}"/>
                </a:ext>
              </a:extLst>
            </p:cNvPr>
            <p:cNvSpPr/>
            <p:nvPr/>
          </p:nvSpPr>
          <p:spPr>
            <a:xfrm>
              <a:off x="1251770" y="5386125"/>
              <a:ext cx="2028006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4FCC528-DA9E-4DCE-9FFF-E7537890762D}"/>
              </a:ext>
            </a:extLst>
          </p:cNvPr>
          <p:cNvGrpSpPr/>
          <p:nvPr/>
        </p:nvGrpSpPr>
        <p:grpSpPr>
          <a:xfrm>
            <a:off x="8459069" y="3752085"/>
            <a:ext cx="2481163" cy="1818471"/>
            <a:chOff x="1251769" y="3798920"/>
            <a:chExt cx="2481163" cy="1818471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B5DEE48-6E2F-47C7-8823-10145BAEEFAB}"/>
                </a:ext>
              </a:extLst>
            </p:cNvPr>
            <p:cNvSpPr/>
            <p:nvPr/>
          </p:nvSpPr>
          <p:spPr>
            <a:xfrm>
              <a:off x="1514941" y="3798920"/>
              <a:ext cx="1954819" cy="4590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2E95196-A4FF-4813-89B9-A7AB09A4CFCA}"/>
                </a:ext>
              </a:extLst>
            </p:cNvPr>
            <p:cNvSpPr/>
            <p:nvPr/>
          </p:nvSpPr>
          <p:spPr>
            <a:xfrm>
              <a:off x="1251769" y="4490973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0103D95-3915-4A60-B96A-0C914EDE9AAE}"/>
                </a:ext>
              </a:extLst>
            </p:cNvPr>
            <p:cNvSpPr/>
            <p:nvPr/>
          </p:nvSpPr>
          <p:spPr>
            <a:xfrm>
              <a:off x="1251769" y="4789357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3708842-B26D-4F36-9888-CD20C067DD33}"/>
                </a:ext>
              </a:extLst>
            </p:cNvPr>
            <p:cNvSpPr/>
            <p:nvPr/>
          </p:nvSpPr>
          <p:spPr>
            <a:xfrm>
              <a:off x="1251769" y="5087741"/>
              <a:ext cx="2481163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C84751F-314A-4499-9C69-CB8EBDA1AEB2}"/>
                </a:ext>
              </a:extLst>
            </p:cNvPr>
            <p:cNvSpPr/>
            <p:nvPr/>
          </p:nvSpPr>
          <p:spPr>
            <a:xfrm>
              <a:off x="1251770" y="5386125"/>
              <a:ext cx="2028006" cy="2312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AD0C9EB9-E1F2-487F-AF29-2D4629A3DD4B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618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25">
            <a:extLst>
              <a:ext uri="{FF2B5EF4-FFF2-40B4-BE49-F238E27FC236}">
                <a16:creationId xmlns:a16="http://schemas.microsoft.com/office/drawing/2014/main" id="{5D145FD1-85D9-4B01-8C5E-253CE8F8B556}"/>
              </a:ext>
            </a:extLst>
          </p:cNvPr>
          <p:cNvSpPr>
            <a:spLocks/>
          </p:cNvSpPr>
          <p:nvPr/>
        </p:nvSpPr>
        <p:spPr bwMode="auto">
          <a:xfrm rot="21135264">
            <a:off x="-1461117" y="13197"/>
            <a:ext cx="13004532" cy="8812392"/>
          </a:xfrm>
          <a:custGeom>
            <a:avLst/>
            <a:gdLst>
              <a:gd name="T0" fmla="*/ 12 w 1971"/>
              <a:gd name="T1" fmla="*/ 1335 h 1335"/>
              <a:gd name="T2" fmla="*/ 0 w 1971"/>
              <a:gd name="T3" fmla="*/ 1333 h 1335"/>
              <a:gd name="T4" fmla="*/ 330 w 1971"/>
              <a:gd name="T5" fmla="*/ 981 h 1335"/>
              <a:gd name="T6" fmla="*/ 621 w 1971"/>
              <a:gd name="T7" fmla="*/ 910 h 1335"/>
              <a:gd name="T8" fmla="*/ 819 w 1971"/>
              <a:gd name="T9" fmla="*/ 869 h 1335"/>
              <a:gd name="T10" fmla="*/ 1335 w 1971"/>
              <a:gd name="T11" fmla="*/ 586 h 1335"/>
              <a:gd name="T12" fmla="*/ 1541 w 1971"/>
              <a:gd name="T13" fmla="*/ 368 h 1335"/>
              <a:gd name="T14" fmla="*/ 1966 w 1971"/>
              <a:gd name="T15" fmla="*/ 0 h 1335"/>
              <a:gd name="T16" fmla="*/ 1971 w 1971"/>
              <a:gd name="T17" fmla="*/ 11 h 1335"/>
              <a:gd name="T18" fmla="*/ 1550 w 1971"/>
              <a:gd name="T19" fmla="*/ 375 h 1335"/>
              <a:gd name="T20" fmla="*/ 1343 w 1971"/>
              <a:gd name="T21" fmla="*/ 595 h 1335"/>
              <a:gd name="T22" fmla="*/ 822 w 1971"/>
              <a:gd name="T23" fmla="*/ 880 h 1335"/>
              <a:gd name="T24" fmla="*/ 623 w 1971"/>
              <a:gd name="T25" fmla="*/ 922 h 1335"/>
              <a:gd name="T26" fmla="*/ 334 w 1971"/>
              <a:gd name="T27" fmla="*/ 992 h 1335"/>
              <a:gd name="T28" fmla="*/ 12 w 1971"/>
              <a:gd name="T29" fmla="*/ 1335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71" h="1335">
                <a:moveTo>
                  <a:pt x="12" y="1335"/>
                </a:moveTo>
                <a:cubicBezTo>
                  <a:pt x="0" y="1333"/>
                  <a:pt x="0" y="1333"/>
                  <a:pt x="0" y="1333"/>
                </a:cubicBezTo>
                <a:cubicBezTo>
                  <a:pt x="22" y="1156"/>
                  <a:pt x="185" y="1035"/>
                  <a:pt x="330" y="981"/>
                </a:cubicBezTo>
                <a:cubicBezTo>
                  <a:pt x="424" y="946"/>
                  <a:pt x="524" y="928"/>
                  <a:pt x="621" y="910"/>
                </a:cubicBezTo>
                <a:cubicBezTo>
                  <a:pt x="686" y="898"/>
                  <a:pt x="754" y="886"/>
                  <a:pt x="819" y="869"/>
                </a:cubicBezTo>
                <a:cubicBezTo>
                  <a:pt x="1010" y="818"/>
                  <a:pt x="1189" y="720"/>
                  <a:pt x="1335" y="586"/>
                </a:cubicBezTo>
                <a:cubicBezTo>
                  <a:pt x="1409" y="520"/>
                  <a:pt x="1476" y="442"/>
                  <a:pt x="1541" y="368"/>
                </a:cubicBezTo>
                <a:cubicBezTo>
                  <a:pt x="1664" y="225"/>
                  <a:pt x="1792" y="78"/>
                  <a:pt x="1966" y="0"/>
                </a:cubicBezTo>
                <a:cubicBezTo>
                  <a:pt x="1971" y="11"/>
                  <a:pt x="1971" y="11"/>
                  <a:pt x="1971" y="11"/>
                </a:cubicBezTo>
                <a:cubicBezTo>
                  <a:pt x="1799" y="88"/>
                  <a:pt x="1673" y="234"/>
                  <a:pt x="1550" y="375"/>
                </a:cubicBezTo>
                <a:cubicBezTo>
                  <a:pt x="1485" y="451"/>
                  <a:pt x="1417" y="528"/>
                  <a:pt x="1343" y="595"/>
                </a:cubicBezTo>
                <a:cubicBezTo>
                  <a:pt x="1196" y="730"/>
                  <a:pt x="1015" y="829"/>
                  <a:pt x="822" y="880"/>
                </a:cubicBezTo>
                <a:cubicBezTo>
                  <a:pt x="756" y="898"/>
                  <a:pt x="688" y="910"/>
                  <a:pt x="623" y="922"/>
                </a:cubicBezTo>
                <a:cubicBezTo>
                  <a:pt x="526" y="939"/>
                  <a:pt x="427" y="957"/>
                  <a:pt x="334" y="992"/>
                </a:cubicBezTo>
                <a:cubicBezTo>
                  <a:pt x="192" y="1045"/>
                  <a:pt x="33" y="1162"/>
                  <a:pt x="12" y="13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1">
                  <a:alpha val="80000"/>
                </a:schemeClr>
              </a:gs>
              <a:gs pos="21000">
                <a:schemeClr val="accent1">
                  <a:alpha val="0"/>
                </a:schemeClr>
              </a:gs>
              <a:gs pos="7000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3" name="Freeform 1026">
            <a:extLst>
              <a:ext uri="{FF2B5EF4-FFF2-40B4-BE49-F238E27FC236}">
                <a16:creationId xmlns:a16="http://schemas.microsoft.com/office/drawing/2014/main" id="{FC0E2AF1-39EF-4522-A6F9-3C21C94F1C2D}"/>
              </a:ext>
            </a:extLst>
          </p:cNvPr>
          <p:cNvSpPr>
            <a:spLocks/>
          </p:cNvSpPr>
          <p:nvPr/>
        </p:nvSpPr>
        <p:spPr bwMode="auto">
          <a:xfrm rot="21135264">
            <a:off x="-2614553" y="352389"/>
            <a:ext cx="15127162" cy="9731821"/>
          </a:xfrm>
          <a:custGeom>
            <a:avLst/>
            <a:gdLst>
              <a:gd name="T0" fmla="*/ 2 w 1956"/>
              <a:gd name="T1" fmla="*/ 1258 h 1258"/>
              <a:gd name="T2" fmla="*/ 0 w 1956"/>
              <a:gd name="T3" fmla="*/ 1255 h 1258"/>
              <a:gd name="T4" fmla="*/ 416 w 1956"/>
              <a:gd name="T5" fmla="*/ 752 h 1258"/>
              <a:gd name="T6" fmla="*/ 718 w 1956"/>
              <a:gd name="T7" fmla="*/ 341 h 1258"/>
              <a:gd name="T8" fmla="*/ 1586 w 1956"/>
              <a:gd name="T9" fmla="*/ 28 h 1258"/>
              <a:gd name="T10" fmla="*/ 1682 w 1956"/>
              <a:gd name="T11" fmla="*/ 40 h 1258"/>
              <a:gd name="T12" fmla="*/ 1956 w 1956"/>
              <a:gd name="T13" fmla="*/ 44 h 1258"/>
              <a:gd name="T14" fmla="*/ 1956 w 1956"/>
              <a:gd name="T15" fmla="*/ 46 h 1258"/>
              <a:gd name="T16" fmla="*/ 1681 w 1956"/>
              <a:gd name="T17" fmla="*/ 43 h 1258"/>
              <a:gd name="T18" fmla="*/ 1586 w 1956"/>
              <a:gd name="T19" fmla="*/ 31 h 1258"/>
              <a:gd name="T20" fmla="*/ 720 w 1956"/>
              <a:gd name="T21" fmla="*/ 343 h 1258"/>
              <a:gd name="T22" fmla="*/ 418 w 1956"/>
              <a:gd name="T23" fmla="*/ 753 h 1258"/>
              <a:gd name="T24" fmla="*/ 2 w 1956"/>
              <a:gd name="T25" fmla="*/ 1258 h 1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56" h="1258">
                <a:moveTo>
                  <a:pt x="2" y="1258"/>
                </a:moveTo>
                <a:cubicBezTo>
                  <a:pt x="0" y="1255"/>
                  <a:pt x="0" y="1255"/>
                  <a:pt x="0" y="1255"/>
                </a:cubicBezTo>
                <a:cubicBezTo>
                  <a:pt x="180" y="1128"/>
                  <a:pt x="300" y="937"/>
                  <a:pt x="416" y="752"/>
                </a:cubicBezTo>
                <a:cubicBezTo>
                  <a:pt x="505" y="609"/>
                  <a:pt x="598" y="460"/>
                  <a:pt x="718" y="341"/>
                </a:cubicBezTo>
                <a:cubicBezTo>
                  <a:pt x="944" y="117"/>
                  <a:pt x="1269" y="0"/>
                  <a:pt x="1586" y="28"/>
                </a:cubicBezTo>
                <a:cubicBezTo>
                  <a:pt x="1618" y="31"/>
                  <a:pt x="1650" y="36"/>
                  <a:pt x="1682" y="40"/>
                </a:cubicBezTo>
                <a:cubicBezTo>
                  <a:pt x="1772" y="52"/>
                  <a:pt x="1866" y="64"/>
                  <a:pt x="1956" y="44"/>
                </a:cubicBezTo>
                <a:cubicBezTo>
                  <a:pt x="1956" y="46"/>
                  <a:pt x="1956" y="46"/>
                  <a:pt x="1956" y="46"/>
                </a:cubicBezTo>
                <a:cubicBezTo>
                  <a:pt x="1866" y="67"/>
                  <a:pt x="1772" y="55"/>
                  <a:pt x="1681" y="43"/>
                </a:cubicBezTo>
                <a:cubicBezTo>
                  <a:pt x="1650" y="39"/>
                  <a:pt x="1617" y="34"/>
                  <a:pt x="1586" y="31"/>
                </a:cubicBezTo>
                <a:cubicBezTo>
                  <a:pt x="1269" y="3"/>
                  <a:pt x="946" y="119"/>
                  <a:pt x="720" y="343"/>
                </a:cubicBezTo>
                <a:cubicBezTo>
                  <a:pt x="600" y="462"/>
                  <a:pt x="508" y="610"/>
                  <a:pt x="418" y="753"/>
                </a:cubicBezTo>
                <a:cubicBezTo>
                  <a:pt x="302" y="939"/>
                  <a:pt x="182" y="1130"/>
                  <a:pt x="2" y="125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  <a:gs pos="30000">
                <a:schemeClr val="accent1">
                  <a:alpha val="0"/>
                </a:schemeClr>
              </a:gs>
              <a:gs pos="21000">
                <a:schemeClr val="accent1">
                  <a:alpha val="0"/>
                </a:schemeClr>
              </a:gs>
              <a:gs pos="26000">
                <a:schemeClr val="accent1"/>
              </a:gs>
              <a:gs pos="76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4" name="Freeform 1027">
            <a:extLst>
              <a:ext uri="{FF2B5EF4-FFF2-40B4-BE49-F238E27FC236}">
                <a16:creationId xmlns:a16="http://schemas.microsoft.com/office/drawing/2014/main" id="{01FA6534-A13C-4C1D-8346-912D7FFF62B8}"/>
              </a:ext>
            </a:extLst>
          </p:cNvPr>
          <p:cNvSpPr>
            <a:spLocks/>
          </p:cNvSpPr>
          <p:nvPr/>
        </p:nvSpPr>
        <p:spPr bwMode="auto">
          <a:xfrm rot="21135264">
            <a:off x="-2979031" y="-113798"/>
            <a:ext cx="16743159" cy="10575657"/>
          </a:xfrm>
          <a:custGeom>
            <a:avLst/>
            <a:gdLst>
              <a:gd name="T0" fmla="*/ 1 w 2165"/>
              <a:gd name="T1" fmla="*/ 1367 h 1367"/>
              <a:gd name="T2" fmla="*/ 0 w 2165"/>
              <a:gd name="T3" fmla="*/ 1363 h 1367"/>
              <a:gd name="T4" fmla="*/ 488 w 2165"/>
              <a:gd name="T5" fmla="*/ 980 h 1367"/>
              <a:gd name="T6" fmla="*/ 635 w 2165"/>
              <a:gd name="T7" fmla="*/ 793 h 1367"/>
              <a:gd name="T8" fmla="*/ 883 w 2165"/>
              <a:gd name="T9" fmla="*/ 493 h 1367"/>
              <a:gd name="T10" fmla="*/ 1419 w 2165"/>
              <a:gd name="T11" fmla="*/ 184 h 1367"/>
              <a:gd name="T12" fmla="*/ 1647 w 2165"/>
              <a:gd name="T13" fmla="*/ 177 h 1367"/>
              <a:gd name="T14" fmla="*/ 1821 w 2165"/>
              <a:gd name="T15" fmla="*/ 177 h 1367"/>
              <a:gd name="T16" fmla="*/ 2162 w 2165"/>
              <a:gd name="T17" fmla="*/ 0 h 1367"/>
              <a:gd name="T18" fmla="*/ 2165 w 2165"/>
              <a:gd name="T19" fmla="*/ 1 h 1367"/>
              <a:gd name="T20" fmla="*/ 1821 w 2165"/>
              <a:gd name="T21" fmla="*/ 181 h 1367"/>
              <a:gd name="T22" fmla="*/ 1647 w 2165"/>
              <a:gd name="T23" fmla="*/ 181 h 1367"/>
              <a:gd name="T24" fmla="*/ 1419 w 2165"/>
              <a:gd name="T25" fmla="*/ 188 h 1367"/>
              <a:gd name="T26" fmla="*/ 886 w 2165"/>
              <a:gd name="T27" fmla="*/ 495 h 1367"/>
              <a:gd name="T28" fmla="*/ 638 w 2165"/>
              <a:gd name="T29" fmla="*/ 795 h 1367"/>
              <a:gd name="T30" fmla="*/ 491 w 2165"/>
              <a:gd name="T31" fmla="*/ 983 h 1367"/>
              <a:gd name="T32" fmla="*/ 1 w 2165"/>
              <a:gd name="T33" fmla="*/ 1367 h 1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65" h="1367">
                <a:moveTo>
                  <a:pt x="1" y="1367"/>
                </a:moveTo>
                <a:cubicBezTo>
                  <a:pt x="0" y="1363"/>
                  <a:pt x="0" y="1363"/>
                  <a:pt x="0" y="1363"/>
                </a:cubicBezTo>
                <a:cubicBezTo>
                  <a:pt x="167" y="1301"/>
                  <a:pt x="321" y="1179"/>
                  <a:pt x="488" y="980"/>
                </a:cubicBezTo>
                <a:cubicBezTo>
                  <a:pt x="539" y="919"/>
                  <a:pt x="588" y="855"/>
                  <a:pt x="635" y="793"/>
                </a:cubicBezTo>
                <a:cubicBezTo>
                  <a:pt x="713" y="691"/>
                  <a:pt x="793" y="586"/>
                  <a:pt x="883" y="493"/>
                </a:cubicBezTo>
                <a:cubicBezTo>
                  <a:pt x="1055" y="314"/>
                  <a:pt x="1235" y="210"/>
                  <a:pt x="1419" y="184"/>
                </a:cubicBezTo>
                <a:cubicBezTo>
                  <a:pt x="1494" y="173"/>
                  <a:pt x="1572" y="175"/>
                  <a:pt x="1647" y="177"/>
                </a:cubicBezTo>
                <a:cubicBezTo>
                  <a:pt x="1704" y="179"/>
                  <a:pt x="1763" y="181"/>
                  <a:pt x="1821" y="177"/>
                </a:cubicBezTo>
                <a:cubicBezTo>
                  <a:pt x="1898" y="171"/>
                  <a:pt x="2084" y="143"/>
                  <a:pt x="2162" y="0"/>
                </a:cubicBezTo>
                <a:cubicBezTo>
                  <a:pt x="2165" y="1"/>
                  <a:pt x="2165" y="1"/>
                  <a:pt x="2165" y="1"/>
                </a:cubicBezTo>
                <a:cubicBezTo>
                  <a:pt x="2086" y="147"/>
                  <a:pt x="1899" y="175"/>
                  <a:pt x="1821" y="181"/>
                </a:cubicBezTo>
                <a:cubicBezTo>
                  <a:pt x="1764" y="185"/>
                  <a:pt x="1704" y="183"/>
                  <a:pt x="1647" y="181"/>
                </a:cubicBezTo>
                <a:cubicBezTo>
                  <a:pt x="1572" y="179"/>
                  <a:pt x="1495" y="177"/>
                  <a:pt x="1419" y="188"/>
                </a:cubicBezTo>
                <a:cubicBezTo>
                  <a:pt x="1237" y="214"/>
                  <a:pt x="1058" y="318"/>
                  <a:pt x="886" y="495"/>
                </a:cubicBezTo>
                <a:cubicBezTo>
                  <a:pt x="796" y="589"/>
                  <a:pt x="716" y="694"/>
                  <a:pt x="638" y="795"/>
                </a:cubicBezTo>
                <a:cubicBezTo>
                  <a:pt x="591" y="857"/>
                  <a:pt x="542" y="922"/>
                  <a:pt x="491" y="983"/>
                </a:cubicBezTo>
                <a:cubicBezTo>
                  <a:pt x="324" y="1182"/>
                  <a:pt x="169" y="1304"/>
                  <a:pt x="1" y="136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57868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  <a:gs pos="37000">
                <a:schemeClr val="accent1"/>
              </a:gs>
              <a:gs pos="7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5" name="Freeform 1028">
            <a:extLst>
              <a:ext uri="{FF2B5EF4-FFF2-40B4-BE49-F238E27FC236}">
                <a16:creationId xmlns:a16="http://schemas.microsoft.com/office/drawing/2014/main" id="{42F84426-7226-4F88-93AD-429822C73198}"/>
              </a:ext>
            </a:extLst>
          </p:cNvPr>
          <p:cNvSpPr>
            <a:spLocks/>
          </p:cNvSpPr>
          <p:nvPr/>
        </p:nvSpPr>
        <p:spPr bwMode="auto">
          <a:xfrm rot="21135264">
            <a:off x="1128053" y="180404"/>
            <a:ext cx="10707364" cy="8048742"/>
          </a:xfrm>
          <a:custGeom>
            <a:avLst/>
            <a:gdLst>
              <a:gd name="T0" fmla="*/ 3 w 1919"/>
              <a:gd name="T1" fmla="*/ 1442 h 1442"/>
              <a:gd name="T2" fmla="*/ 0 w 1919"/>
              <a:gd name="T3" fmla="*/ 1440 h 1442"/>
              <a:gd name="T4" fmla="*/ 479 w 1919"/>
              <a:gd name="T5" fmla="*/ 1124 h 1442"/>
              <a:gd name="T6" fmla="*/ 647 w 1919"/>
              <a:gd name="T7" fmla="*/ 1102 h 1442"/>
              <a:gd name="T8" fmla="*/ 890 w 1919"/>
              <a:gd name="T9" fmla="*/ 1060 h 1442"/>
              <a:gd name="T10" fmla="*/ 1268 w 1919"/>
              <a:gd name="T11" fmla="*/ 741 h 1442"/>
              <a:gd name="T12" fmla="*/ 1398 w 1919"/>
              <a:gd name="T13" fmla="*/ 532 h 1442"/>
              <a:gd name="T14" fmla="*/ 1535 w 1919"/>
              <a:gd name="T15" fmla="*/ 314 h 1442"/>
              <a:gd name="T16" fmla="*/ 1919 w 1919"/>
              <a:gd name="T17" fmla="*/ 0 h 1442"/>
              <a:gd name="T18" fmla="*/ 1919 w 1919"/>
              <a:gd name="T19" fmla="*/ 3 h 1442"/>
              <a:gd name="T20" fmla="*/ 1537 w 1919"/>
              <a:gd name="T21" fmla="*/ 316 h 1442"/>
              <a:gd name="T22" fmla="*/ 1401 w 1919"/>
              <a:gd name="T23" fmla="*/ 534 h 1442"/>
              <a:gd name="T24" fmla="*/ 1271 w 1919"/>
              <a:gd name="T25" fmla="*/ 743 h 1442"/>
              <a:gd name="T26" fmla="*/ 891 w 1919"/>
              <a:gd name="T27" fmla="*/ 1063 h 1442"/>
              <a:gd name="T28" fmla="*/ 648 w 1919"/>
              <a:gd name="T29" fmla="*/ 1105 h 1442"/>
              <a:gd name="T30" fmla="*/ 479 w 1919"/>
              <a:gd name="T31" fmla="*/ 1127 h 1442"/>
              <a:gd name="T32" fmla="*/ 3 w 1919"/>
              <a:gd name="T33" fmla="*/ 1442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919" h="1442">
                <a:moveTo>
                  <a:pt x="3" y="1442"/>
                </a:moveTo>
                <a:cubicBezTo>
                  <a:pt x="0" y="1440"/>
                  <a:pt x="0" y="1440"/>
                  <a:pt x="0" y="1440"/>
                </a:cubicBezTo>
                <a:cubicBezTo>
                  <a:pt x="112" y="1279"/>
                  <a:pt x="287" y="1164"/>
                  <a:pt x="479" y="1124"/>
                </a:cubicBezTo>
                <a:cubicBezTo>
                  <a:pt x="534" y="1113"/>
                  <a:pt x="592" y="1108"/>
                  <a:pt x="647" y="1102"/>
                </a:cubicBezTo>
                <a:cubicBezTo>
                  <a:pt x="728" y="1095"/>
                  <a:pt x="812" y="1087"/>
                  <a:pt x="890" y="1060"/>
                </a:cubicBezTo>
                <a:cubicBezTo>
                  <a:pt x="1026" y="1013"/>
                  <a:pt x="1154" y="906"/>
                  <a:pt x="1268" y="741"/>
                </a:cubicBezTo>
                <a:cubicBezTo>
                  <a:pt x="1315" y="674"/>
                  <a:pt x="1357" y="602"/>
                  <a:pt x="1398" y="532"/>
                </a:cubicBezTo>
                <a:cubicBezTo>
                  <a:pt x="1441" y="460"/>
                  <a:pt x="1485" y="384"/>
                  <a:pt x="1535" y="314"/>
                </a:cubicBezTo>
                <a:cubicBezTo>
                  <a:pt x="1651" y="150"/>
                  <a:pt x="1780" y="44"/>
                  <a:pt x="1919" y="0"/>
                </a:cubicBezTo>
                <a:cubicBezTo>
                  <a:pt x="1919" y="3"/>
                  <a:pt x="1919" y="3"/>
                  <a:pt x="1919" y="3"/>
                </a:cubicBezTo>
                <a:cubicBezTo>
                  <a:pt x="1781" y="47"/>
                  <a:pt x="1653" y="152"/>
                  <a:pt x="1537" y="316"/>
                </a:cubicBezTo>
                <a:cubicBezTo>
                  <a:pt x="1488" y="386"/>
                  <a:pt x="1444" y="461"/>
                  <a:pt x="1401" y="534"/>
                </a:cubicBezTo>
                <a:cubicBezTo>
                  <a:pt x="1360" y="604"/>
                  <a:pt x="1318" y="676"/>
                  <a:pt x="1271" y="743"/>
                </a:cubicBezTo>
                <a:cubicBezTo>
                  <a:pt x="1156" y="909"/>
                  <a:pt x="1028" y="1016"/>
                  <a:pt x="891" y="1063"/>
                </a:cubicBezTo>
                <a:cubicBezTo>
                  <a:pt x="813" y="1090"/>
                  <a:pt x="729" y="1098"/>
                  <a:pt x="648" y="1105"/>
                </a:cubicBezTo>
                <a:cubicBezTo>
                  <a:pt x="592" y="1111"/>
                  <a:pt x="535" y="1116"/>
                  <a:pt x="479" y="1127"/>
                </a:cubicBezTo>
                <a:cubicBezTo>
                  <a:pt x="288" y="1167"/>
                  <a:pt x="114" y="1282"/>
                  <a:pt x="3" y="1442"/>
                </a:cubicBezTo>
                <a:close/>
              </a:path>
            </a:pathLst>
          </a:custGeom>
          <a:gradFill>
            <a:gsLst>
              <a:gs pos="61000">
                <a:schemeClr val="accent1"/>
              </a:gs>
              <a:gs pos="47000">
                <a:schemeClr val="accent1">
                  <a:alpha val="0"/>
                </a:schemeClr>
              </a:gs>
              <a:gs pos="42000">
                <a:schemeClr val="accent1">
                  <a:alpha val="0"/>
                </a:schemeClr>
              </a:gs>
              <a:gs pos="14000">
                <a:schemeClr val="accent1"/>
              </a:gs>
              <a:gs pos="83000">
                <a:schemeClr val="accent1">
                  <a:alpha val="0"/>
                </a:schemeClr>
              </a:gs>
            </a:gsLst>
            <a:lin ang="81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65453AE-105F-4EF2-81F2-8E206238E291}"/>
              </a:ext>
            </a:extLst>
          </p:cNvPr>
          <p:cNvSpPr/>
          <p:nvPr/>
        </p:nvSpPr>
        <p:spPr>
          <a:xfrm>
            <a:off x="7717813" y="3876951"/>
            <a:ext cx="876866" cy="876866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04CB741-67D3-47C4-B963-9B0213DCEA19}"/>
              </a:ext>
            </a:extLst>
          </p:cNvPr>
          <p:cNvSpPr/>
          <p:nvPr/>
        </p:nvSpPr>
        <p:spPr>
          <a:xfrm>
            <a:off x="1537777" y="3991918"/>
            <a:ext cx="876866" cy="876866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D005C0B-5B43-4D2B-99BC-EE82E2B6FCB5}"/>
              </a:ext>
            </a:extLst>
          </p:cNvPr>
          <p:cNvSpPr/>
          <p:nvPr/>
        </p:nvSpPr>
        <p:spPr>
          <a:xfrm>
            <a:off x="4522843" y="2177349"/>
            <a:ext cx="876866" cy="876866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思源宋体 CN Heavy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2E6149E-8C74-4CA4-8CF9-90786E6FC830}"/>
              </a:ext>
            </a:extLst>
          </p:cNvPr>
          <p:cNvGrpSpPr/>
          <p:nvPr/>
        </p:nvGrpSpPr>
        <p:grpSpPr>
          <a:xfrm flipH="1">
            <a:off x="5611442" y="2091022"/>
            <a:ext cx="2685891" cy="963193"/>
            <a:chOff x="874713" y="1958064"/>
            <a:chExt cx="2660120" cy="122292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20A0FB0-03F5-4EBE-8322-354F8719C7D0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6710A11-6055-4495-9BF6-7C9C5E283AFA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EAB4DFD-0BF5-4EF6-BAF1-CEA8ADF59A1A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1037952-AB55-4FDB-AE23-A80727DEE183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42BD869-5671-4A05-AC81-FA338B0D9938}"/>
              </a:ext>
            </a:extLst>
          </p:cNvPr>
          <p:cNvGrpSpPr/>
          <p:nvPr/>
        </p:nvGrpSpPr>
        <p:grpSpPr>
          <a:xfrm flipH="1">
            <a:off x="8779014" y="3833787"/>
            <a:ext cx="2685891" cy="963193"/>
            <a:chOff x="874713" y="1958064"/>
            <a:chExt cx="2660120" cy="12229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1DCCA8B-0F98-4FEA-9E8B-BC95FFD178EE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1D6DFCB-0EFB-44E9-8161-159EEC768AB2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B1C8E75-F6F1-498C-923E-1A1EDFC8AA50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8CBFCB7-E195-4EDA-9786-67DD2136EC8B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47DB614-24E1-4024-80DD-FA1948D74311}"/>
              </a:ext>
            </a:extLst>
          </p:cNvPr>
          <p:cNvGrpSpPr/>
          <p:nvPr/>
        </p:nvGrpSpPr>
        <p:grpSpPr>
          <a:xfrm flipH="1">
            <a:off x="2598978" y="3948754"/>
            <a:ext cx="2685891" cy="963193"/>
            <a:chOff x="874713" y="1958064"/>
            <a:chExt cx="2660120" cy="12229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31E024E-A3E0-435D-AE87-E4215AE8B136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A4908F9-FE29-49AF-B118-69CAB59385AC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E825336-E566-4041-900A-9B105BDB824E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86F0211-1D3F-49D0-BAC9-56C74639C423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57BFD0CC-1E01-497D-8459-A6A899488F77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58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B3F598-A5DB-4860-8173-BE10931E2EA1}"/>
              </a:ext>
            </a:extLst>
          </p:cNvPr>
          <p:cNvSpPr/>
          <p:nvPr/>
        </p:nvSpPr>
        <p:spPr>
          <a:xfrm>
            <a:off x="874713" y="1574927"/>
            <a:ext cx="5119687" cy="2218266"/>
          </a:xfrm>
          <a:prstGeom prst="roundRect">
            <a:avLst>
              <a:gd name="adj" fmla="val 750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110DED-34BD-4705-8535-446001C2613B}"/>
              </a:ext>
            </a:extLst>
          </p:cNvPr>
          <p:cNvSpPr/>
          <p:nvPr/>
        </p:nvSpPr>
        <p:spPr>
          <a:xfrm>
            <a:off x="6232526" y="1555223"/>
            <a:ext cx="5119687" cy="2218266"/>
          </a:xfrm>
          <a:prstGeom prst="roundRect">
            <a:avLst>
              <a:gd name="adj" fmla="val 750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D22E677-48BD-4204-9006-2ACBC748804B}"/>
              </a:ext>
            </a:extLst>
          </p:cNvPr>
          <p:cNvSpPr/>
          <p:nvPr/>
        </p:nvSpPr>
        <p:spPr>
          <a:xfrm>
            <a:off x="874713" y="4019023"/>
            <a:ext cx="5119687" cy="2218266"/>
          </a:xfrm>
          <a:prstGeom prst="roundRect">
            <a:avLst>
              <a:gd name="adj" fmla="val 750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C37614-5E66-4FB7-B0C7-BFD8E212B3D6}"/>
              </a:ext>
            </a:extLst>
          </p:cNvPr>
          <p:cNvSpPr/>
          <p:nvPr/>
        </p:nvSpPr>
        <p:spPr>
          <a:xfrm>
            <a:off x="6232526" y="4019023"/>
            <a:ext cx="5119687" cy="2218266"/>
          </a:xfrm>
          <a:prstGeom prst="roundRect">
            <a:avLst>
              <a:gd name="adj" fmla="val 750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2FAE3C-5470-46C0-8F9E-47B0B0F72813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340D8A-B93D-4A55-83C5-24517B4E2B55}"/>
              </a:ext>
            </a:extLst>
          </p:cNvPr>
          <p:cNvSpPr/>
          <p:nvPr/>
        </p:nvSpPr>
        <p:spPr>
          <a:xfrm>
            <a:off x="1279989" y="1905913"/>
            <a:ext cx="1789718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6A6A20-A302-4F33-A083-C48EDC6B5E15}"/>
              </a:ext>
            </a:extLst>
          </p:cNvPr>
          <p:cNvSpPr/>
          <p:nvPr/>
        </p:nvSpPr>
        <p:spPr>
          <a:xfrm>
            <a:off x="1279988" y="2509455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83C624-E794-4DDD-8179-168E3E9FFF99}"/>
              </a:ext>
            </a:extLst>
          </p:cNvPr>
          <p:cNvSpPr/>
          <p:nvPr/>
        </p:nvSpPr>
        <p:spPr>
          <a:xfrm>
            <a:off x="1279988" y="2842823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DC6E01-AA9F-4229-806B-AC13B4290015}"/>
              </a:ext>
            </a:extLst>
          </p:cNvPr>
          <p:cNvSpPr/>
          <p:nvPr/>
        </p:nvSpPr>
        <p:spPr>
          <a:xfrm>
            <a:off x="1279988" y="3176192"/>
            <a:ext cx="3681495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470E38-9040-4EBF-9C6D-651BCE248AF6}"/>
              </a:ext>
            </a:extLst>
          </p:cNvPr>
          <p:cNvSpPr/>
          <p:nvPr/>
        </p:nvSpPr>
        <p:spPr>
          <a:xfrm>
            <a:off x="6637802" y="1905913"/>
            <a:ext cx="1789718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D356CC-4654-4B5C-886F-E2E1DF4C91CD}"/>
              </a:ext>
            </a:extLst>
          </p:cNvPr>
          <p:cNvSpPr/>
          <p:nvPr/>
        </p:nvSpPr>
        <p:spPr>
          <a:xfrm>
            <a:off x="6637801" y="2509455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013C87-F5AC-49DD-974F-ECACE5050E1C}"/>
              </a:ext>
            </a:extLst>
          </p:cNvPr>
          <p:cNvSpPr/>
          <p:nvPr/>
        </p:nvSpPr>
        <p:spPr>
          <a:xfrm>
            <a:off x="6637801" y="2842823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403A7C-C75B-476A-97CE-54CD06F1FCBD}"/>
              </a:ext>
            </a:extLst>
          </p:cNvPr>
          <p:cNvSpPr/>
          <p:nvPr/>
        </p:nvSpPr>
        <p:spPr>
          <a:xfrm>
            <a:off x="6637801" y="3176192"/>
            <a:ext cx="3681495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F61A0C-A6A3-4C0E-A1B4-6B4D113AF8C0}"/>
              </a:ext>
            </a:extLst>
          </p:cNvPr>
          <p:cNvSpPr/>
          <p:nvPr/>
        </p:nvSpPr>
        <p:spPr>
          <a:xfrm>
            <a:off x="1279989" y="4350009"/>
            <a:ext cx="1789718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88DFC1-C361-47F1-A2DC-CF2137D2098B}"/>
              </a:ext>
            </a:extLst>
          </p:cNvPr>
          <p:cNvSpPr/>
          <p:nvPr/>
        </p:nvSpPr>
        <p:spPr>
          <a:xfrm>
            <a:off x="1279988" y="4953551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C3FE6F-D94C-41EF-816A-6E4CCA47959C}"/>
              </a:ext>
            </a:extLst>
          </p:cNvPr>
          <p:cNvSpPr/>
          <p:nvPr/>
        </p:nvSpPr>
        <p:spPr>
          <a:xfrm>
            <a:off x="1279988" y="5286919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7970D0-E5B2-4EE1-8E84-442C9DBC1F87}"/>
              </a:ext>
            </a:extLst>
          </p:cNvPr>
          <p:cNvSpPr/>
          <p:nvPr/>
        </p:nvSpPr>
        <p:spPr>
          <a:xfrm>
            <a:off x="1279988" y="5620288"/>
            <a:ext cx="3681495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A98EA8-72E6-4658-9448-A916363CA39E}"/>
              </a:ext>
            </a:extLst>
          </p:cNvPr>
          <p:cNvSpPr/>
          <p:nvPr/>
        </p:nvSpPr>
        <p:spPr>
          <a:xfrm>
            <a:off x="6637802" y="4350009"/>
            <a:ext cx="1789718" cy="3777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27B548-098C-4172-A2A2-2DB298BA7A7A}"/>
              </a:ext>
            </a:extLst>
          </p:cNvPr>
          <p:cNvSpPr/>
          <p:nvPr/>
        </p:nvSpPr>
        <p:spPr>
          <a:xfrm>
            <a:off x="6637801" y="4953551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EC04ED-76FD-491B-A79C-2DFD2E372A13}"/>
              </a:ext>
            </a:extLst>
          </p:cNvPr>
          <p:cNvSpPr/>
          <p:nvPr/>
        </p:nvSpPr>
        <p:spPr>
          <a:xfrm>
            <a:off x="6637801" y="5286919"/>
            <a:ext cx="4309136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0F1AD8E-6F5C-49C1-ABAD-B38BC012CF8E}"/>
              </a:ext>
            </a:extLst>
          </p:cNvPr>
          <p:cNvSpPr/>
          <p:nvPr/>
        </p:nvSpPr>
        <p:spPr>
          <a:xfrm>
            <a:off x="6637801" y="5620288"/>
            <a:ext cx="3681495" cy="286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973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39E3D9B-B25D-4AE6-91E3-E77547ED5A34}"/>
              </a:ext>
            </a:extLst>
          </p:cNvPr>
          <p:cNvSpPr/>
          <p:nvPr/>
        </p:nvSpPr>
        <p:spPr>
          <a:xfrm>
            <a:off x="3806845" y="1388526"/>
            <a:ext cx="4580474" cy="4580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12000">
                <a:schemeClr val="accent1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B2E968E-5EE9-4085-9AE2-8CF9996A6E0B}"/>
              </a:ext>
            </a:extLst>
          </p:cNvPr>
          <p:cNvGrpSpPr/>
          <p:nvPr/>
        </p:nvGrpSpPr>
        <p:grpSpPr>
          <a:xfrm>
            <a:off x="4489620" y="2551317"/>
            <a:ext cx="3254491" cy="1068571"/>
            <a:chOff x="4932680" y="2954719"/>
            <a:chExt cx="2362200" cy="77559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432392A-EEED-4313-948B-2DCB78DB138D}"/>
                </a:ext>
              </a:extLst>
            </p:cNvPr>
            <p:cNvSpPr/>
            <p:nvPr/>
          </p:nvSpPr>
          <p:spPr>
            <a:xfrm>
              <a:off x="5278120" y="2954719"/>
              <a:ext cx="1671320" cy="3664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1881133-F706-456B-B0CF-961824FA7FB1}"/>
                </a:ext>
              </a:extLst>
            </p:cNvPr>
            <p:cNvSpPr/>
            <p:nvPr/>
          </p:nvSpPr>
          <p:spPr>
            <a:xfrm>
              <a:off x="4932680" y="3363831"/>
              <a:ext cx="2362200" cy="3664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B9BB20C-DD8F-4F2F-8533-5554A5F9FE6E}"/>
              </a:ext>
            </a:extLst>
          </p:cNvPr>
          <p:cNvGrpSpPr/>
          <p:nvPr/>
        </p:nvGrpSpPr>
        <p:grpSpPr>
          <a:xfrm>
            <a:off x="688699" y="3089389"/>
            <a:ext cx="10816762" cy="2617394"/>
            <a:chOff x="1453527" y="3151979"/>
            <a:chExt cx="9345969" cy="2261498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54831863-460A-48DA-ACBB-40BEBB68EDD7}"/>
                </a:ext>
              </a:extLst>
            </p:cNvPr>
            <p:cNvSpPr/>
            <p:nvPr/>
          </p:nvSpPr>
          <p:spPr>
            <a:xfrm rot="21263144">
              <a:off x="3767137" y="3219205"/>
              <a:ext cx="4643120" cy="1057496"/>
            </a:xfrm>
            <a:prstGeom prst="arc">
              <a:avLst>
                <a:gd name="adj1" fmla="val 21074063"/>
                <a:gd name="adj2" fmla="val 11304000"/>
              </a:avLst>
            </a:prstGeom>
            <a:ln w="6350">
              <a:gradFill>
                <a:gsLst>
                  <a:gs pos="0">
                    <a:schemeClr val="accent1">
                      <a:lumMod val="20000"/>
                      <a:lumOff val="80000"/>
                      <a:alpha val="32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1C4CA479-37A6-41AB-BBF5-8EABD75E6C84}"/>
                </a:ext>
              </a:extLst>
            </p:cNvPr>
            <p:cNvSpPr/>
            <p:nvPr/>
          </p:nvSpPr>
          <p:spPr>
            <a:xfrm rot="21263144">
              <a:off x="3210820" y="3152585"/>
              <a:ext cx="5780218" cy="1439603"/>
            </a:xfrm>
            <a:prstGeom prst="arc">
              <a:avLst>
                <a:gd name="adj1" fmla="val 20604525"/>
                <a:gd name="adj2" fmla="val 11745204"/>
              </a:avLst>
            </a:prstGeom>
            <a:ln w="6350">
              <a:gradFill>
                <a:gsLst>
                  <a:gs pos="0">
                    <a:schemeClr val="accent1">
                      <a:lumMod val="20000"/>
                      <a:lumOff val="80000"/>
                      <a:alpha val="32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F4AD17FC-44A5-4BA0-B9DA-66C3BD7BB497}"/>
                </a:ext>
              </a:extLst>
            </p:cNvPr>
            <p:cNvSpPr/>
            <p:nvPr/>
          </p:nvSpPr>
          <p:spPr>
            <a:xfrm rot="21263144">
              <a:off x="2433565" y="3151979"/>
              <a:ext cx="7365285" cy="1811633"/>
            </a:xfrm>
            <a:prstGeom prst="arc">
              <a:avLst>
                <a:gd name="adj1" fmla="val 20232245"/>
                <a:gd name="adj2" fmla="val 12157500"/>
              </a:avLst>
            </a:prstGeom>
            <a:ln w="6350">
              <a:gradFill>
                <a:gsLst>
                  <a:gs pos="0">
                    <a:schemeClr val="accent1">
                      <a:lumMod val="20000"/>
                      <a:lumOff val="80000"/>
                      <a:alpha val="32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414D2938-A596-49DA-8AFA-D99FFA42EA6F}"/>
                </a:ext>
              </a:extLst>
            </p:cNvPr>
            <p:cNvSpPr/>
            <p:nvPr/>
          </p:nvSpPr>
          <p:spPr>
            <a:xfrm rot="21263144">
              <a:off x="1453527" y="3152051"/>
              <a:ext cx="9345969" cy="2261426"/>
            </a:xfrm>
            <a:prstGeom prst="arc">
              <a:avLst>
                <a:gd name="adj1" fmla="val 19843447"/>
                <a:gd name="adj2" fmla="val 12556477"/>
              </a:avLst>
            </a:prstGeom>
            <a:ln w="6350">
              <a:gradFill>
                <a:gsLst>
                  <a:gs pos="0">
                    <a:schemeClr val="accent1">
                      <a:lumMod val="20000"/>
                      <a:lumOff val="80000"/>
                      <a:alpha val="32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DC77E8C5-F082-42BA-8A47-5A0C8E889ACF}"/>
              </a:ext>
            </a:extLst>
          </p:cNvPr>
          <p:cNvSpPr/>
          <p:nvPr/>
        </p:nvSpPr>
        <p:spPr>
          <a:xfrm>
            <a:off x="9539522" y="2192661"/>
            <a:ext cx="1552278" cy="15522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3F362B-3618-44DA-B452-5BD6D1D5B504}"/>
              </a:ext>
            </a:extLst>
          </p:cNvPr>
          <p:cNvSpPr/>
          <p:nvPr/>
        </p:nvSpPr>
        <p:spPr>
          <a:xfrm>
            <a:off x="7970697" y="3974372"/>
            <a:ext cx="1640209" cy="16402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51FC5F3-13F8-4467-8AC1-B04378A90B26}"/>
              </a:ext>
            </a:extLst>
          </p:cNvPr>
          <p:cNvSpPr/>
          <p:nvPr/>
        </p:nvSpPr>
        <p:spPr>
          <a:xfrm>
            <a:off x="667333" y="4496263"/>
            <a:ext cx="1400369" cy="14003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EBCF16E-2294-477E-B21D-59826BE6E437}"/>
              </a:ext>
            </a:extLst>
          </p:cNvPr>
          <p:cNvSpPr/>
          <p:nvPr/>
        </p:nvSpPr>
        <p:spPr>
          <a:xfrm>
            <a:off x="1861684" y="2848225"/>
            <a:ext cx="1606993" cy="16069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2B508F3-5709-45EF-9DAF-D6EA8515CB0F}"/>
              </a:ext>
            </a:extLst>
          </p:cNvPr>
          <p:cNvGrpSpPr/>
          <p:nvPr/>
        </p:nvGrpSpPr>
        <p:grpSpPr>
          <a:xfrm>
            <a:off x="2166863" y="3366654"/>
            <a:ext cx="996636" cy="570136"/>
            <a:chOff x="1259105" y="3429000"/>
            <a:chExt cx="1539883" cy="54700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5E1098A-6764-4008-ACE8-5AAFACD7B494}"/>
                </a:ext>
              </a:extLst>
            </p:cNvPr>
            <p:cNvSpPr/>
            <p:nvPr/>
          </p:nvSpPr>
          <p:spPr>
            <a:xfrm>
              <a:off x="1386384" y="3429000"/>
              <a:ext cx="1285322" cy="26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8C95D81-3092-4D1F-9E70-2F7D7FF9DF8E}"/>
                </a:ext>
              </a:extLst>
            </p:cNvPr>
            <p:cNvSpPr/>
            <p:nvPr/>
          </p:nvSpPr>
          <p:spPr>
            <a:xfrm>
              <a:off x="1259105" y="3761222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AC1690D-2716-47D3-9296-E270A685CA17}"/>
                </a:ext>
              </a:extLst>
            </p:cNvPr>
            <p:cNvSpPr/>
            <p:nvPr/>
          </p:nvSpPr>
          <p:spPr>
            <a:xfrm>
              <a:off x="1259105" y="3879175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E9742B7-ADEA-4FB7-9AFE-C4D1F06BD56A}"/>
              </a:ext>
            </a:extLst>
          </p:cNvPr>
          <p:cNvGrpSpPr/>
          <p:nvPr/>
        </p:nvGrpSpPr>
        <p:grpSpPr>
          <a:xfrm>
            <a:off x="869200" y="4911379"/>
            <a:ext cx="996636" cy="570136"/>
            <a:chOff x="1259105" y="3429000"/>
            <a:chExt cx="1539883" cy="54700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36C2628-0015-4843-A362-EC55C335795C}"/>
                </a:ext>
              </a:extLst>
            </p:cNvPr>
            <p:cNvSpPr/>
            <p:nvPr/>
          </p:nvSpPr>
          <p:spPr>
            <a:xfrm>
              <a:off x="1386384" y="3429000"/>
              <a:ext cx="1285322" cy="26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03BB95C-12E7-4BEB-A977-76CFB5A47E3E}"/>
                </a:ext>
              </a:extLst>
            </p:cNvPr>
            <p:cNvSpPr/>
            <p:nvPr/>
          </p:nvSpPr>
          <p:spPr>
            <a:xfrm>
              <a:off x="1259105" y="3761222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904D6C1-60C1-4103-A808-D982F86A3D77}"/>
                </a:ext>
              </a:extLst>
            </p:cNvPr>
            <p:cNvSpPr/>
            <p:nvPr/>
          </p:nvSpPr>
          <p:spPr>
            <a:xfrm>
              <a:off x="1259105" y="3879175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DD43582-817C-475B-9997-6B7D1B85CAC0}"/>
              </a:ext>
            </a:extLst>
          </p:cNvPr>
          <p:cNvGrpSpPr/>
          <p:nvPr/>
        </p:nvGrpSpPr>
        <p:grpSpPr>
          <a:xfrm>
            <a:off x="8292483" y="4509409"/>
            <a:ext cx="996636" cy="570136"/>
            <a:chOff x="1259105" y="3429000"/>
            <a:chExt cx="1539883" cy="54700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4B891D9-65BA-41E0-A893-CBA9383FB846}"/>
                </a:ext>
              </a:extLst>
            </p:cNvPr>
            <p:cNvSpPr/>
            <p:nvPr/>
          </p:nvSpPr>
          <p:spPr>
            <a:xfrm>
              <a:off x="1386384" y="3429000"/>
              <a:ext cx="1285322" cy="26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E26A85F-E8A0-489F-866C-A7F32AFC9585}"/>
                </a:ext>
              </a:extLst>
            </p:cNvPr>
            <p:cNvSpPr/>
            <p:nvPr/>
          </p:nvSpPr>
          <p:spPr>
            <a:xfrm>
              <a:off x="1259105" y="3761222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6E01A85-F959-467B-9732-33FE7D49BC7C}"/>
                </a:ext>
              </a:extLst>
            </p:cNvPr>
            <p:cNvSpPr/>
            <p:nvPr/>
          </p:nvSpPr>
          <p:spPr>
            <a:xfrm>
              <a:off x="1259105" y="3879175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45C05A5-7BF2-46C4-8A69-B67FC6A0F84B}"/>
              </a:ext>
            </a:extLst>
          </p:cNvPr>
          <p:cNvGrpSpPr/>
          <p:nvPr/>
        </p:nvGrpSpPr>
        <p:grpSpPr>
          <a:xfrm>
            <a:off x="9817343" y="2683731"/>
            <a:ext cx="996636" cy="570136"/>
            <a:chOff x="1259105" y="3429000"/>
            <a:chExt cx="1539883" cy="54700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B2ADCE7-569D-4B7B-9640-3B7C5989DD5F}"/>
                </a:ext>
              </a:extLst>
            </p:cNvPr>
            <p:cNvSpPr/>
            <p:nvPr/>
          </p:nvSpPr>
          <p:spPr>
            <a:xfrm>
              <a:off x="1386384" y="3429000"/>
              <a:ext cx="1285322" cy="26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D62A13D-21D6-4F4B-8507-6AA7ED2CCD83}"/>
                </a:ext>
              </a:extLst>
            </p:cNvPr>
            <p:cNvSpPr/>
            <p:nvPr/>
          </p:nvSpPr>
          <p:spPr>
            <a:xfrm>
              <a:off x="1259105" y="3761222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E0C3E8-72F9-4240-ABDC-45634ED774F2}"/>
                </a:ext>
              </a:extLst>
            </p:cNvPr>
            <p:cNvSpPr/>
            <p:nvPr/>
          </p:nvSpPr>
          <p:spPr>
            <a:xfrm>
              <a:off x="1259105" y="3879175"/>
              <a:ext cx="1539883" cy="968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F5B4C32B-201B-4403-BD9D-46D200831AD7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4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5228E20-D7B0-4AF0-A47A-36C347EF5F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12BEA2-74F2-4655-AD8A-EB95F1274437}"/>
              </a:ext>
            </a:extLst>
          </p:cNvPr>
          <p:cNvSpPr/>
          <p:nvPr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211FB9F4-7F01-4572-A40B-3058E527C67E}"/>
              </a:ext>
            </a:extLst>
          </p:cNvPr>
          <p:cNvSpPr/>
          <p:nvPr/>
        </p:nvSpPr>
        <p:spPr>
          <a:xfrm>
            <a:off x="4073934" y="388561"/>
            <a:ext cx="1247664" cy="1453474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1B1124E-92B1-44A2-A71F-B78D6B07C674}"/>
              </a:ext>
            </a:extLst>
          </p:cNvPr>
          <p:cNvSpPr/>
          <p:nvPr/>
        </p:nvSpPr>
        <p:spPr>
          <a:xfrm>
            <a:off x="6547486" y="620194"/>
            <a:ext cx="5644514" cy="2808805"/>
          </a:xfrm>
          <a:custGeom>
            <a:avLst/>
            <a:gdLst>
              <a:gd name="connsiteX0" fmla="*/ 3504125 w 5644514"/>
              <a:gd name="connsiteY0" fmla="*/ 0 h 2808805"/>
              <a:gd name="connsiteX1" fmla="*/ 5644514 w 5644514"/>
              <a:gd name="connsiteY1" fmla="*/ 1715674 h 2808805"/>
              <a:gd name="connsiteX2" fmla="*/ 5644514 w 5644514"/>
              <a:gd name="connsiteY2" fmla="*/ 2808805 h 2808805"/>
              <a:gd name="connsiteX3" fmla="*/ 0 w 5644514"/>
              <a:gd name="connsiteY3" fmla="*/ 2808805 h 280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4514" h="2808805">
                <a:moveTo>
                  <a:pt x="3504125" y="0"/>
                </a:moveTo>
                <a:lnTo>
                  <a:pt x="5644514" y="1715674"/>
                </a:lnTo>
                <a:lnTo>
                  <a:pt x="5644514" y="2808805"/>
                </a:lnTo>
                <a:lnTo>
                  <a:pt x="0" y="280880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E0252C40-0049-4045-80E1-C36360315706}"/>
              </a:ext>
            </a:extLst>
          </p:cNvPr>
          <p:cNvSpPr/>
          <p:nvPr/>
        </p:nvSpPr>
        <p:spPr>
          <a:xfrm>
            <a:off x="4648538" y="1912145"/>
            <a:ext cx="3784703" cy="151685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3E3FF9C-321E-48A1-9B08-D99820955A99}"/>
              </a:ext>
            </a:extLst>
          </p:cNvPr>
          <p:cNvSpPr/>
          <p:nvPr/>
        </p:nvSpPr>
        <p:spPr>
          <a:xfrm>
            <a:off x="426244" y="2920999"/>
            <a:ext cx="11321256" cy="3352839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4FCDB35-1362-4235-A0A3-F8A86BE4D7E9}"/>
              </a:ext>
            </a:extLst>
          </p:cNvPr>
          <p:cNvGrpSpPr/>
          <p:nvPr/>
        </p:nvGrpSpPr>
        <p:grpSpPr>
          <a:xfrm>
            <a:off x="874712" y="3652586"/>
            <a:ext cx="2274887" cy="1889664"/>
            <a:chOff x="874712" y="3933098"/>
            <a:chExt cx="2274887" cy="1889664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BEEA8DD-9FFF-460E-9577-130FEB2F3CF7}"/>
                </a:ext>
              </a:extLst>
            </p:cNvPr>
            <p:cNvSpPr/>
            <p:nvPr/>
          </p:nvSpPr>
          <p:spPr>
            <a:xfrm>
              <a:off x="874712" y="3933098"/>
              <a:ext cx="138037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2E22F6-2420-4AA1-9E55-1922109AF4AD}"/>
                </a:ext>
              </a:extLst>
            </p:cNvPr>
            <p:cNvSpPr/>
            <p:nvPr/>
          </p:nvSpPr>
          <p:spPr>
            <a:xfrm>
              <a:off x="874712" y="4536640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3C529F1-7331-4CED-A0AE-40DB6391CDEB}"/>
                </a:ext>
              </a:extLst>
            </p:cNvPr>
            <p:cNvSpPr/>
            <p:nvPr/>
          </p:nvSpPr>
          <p:spPr>
            <a:xfrm>
              <a:off x="874712" y="4870008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08D5F10-1877-4E0A-ACE3-1BB65FC8086B}"/>
                </a:ext>
              </a:extLst>
            </p:cNvPr>
            <p:cNvSpPr/>
            <p:nvPr/>
          </p:nvSpPr>
          <p:spPr>
            <a:xfrm>
              <a:off x="874712" y="5203377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8E6A2F5-CF44-488D-A845-049413A44A29}"/>
                </a:ext>
              </a:extLst>
            </p:cNvPr>
            <p:cNvSpPr/>
            <p:nvPr/>
          </p:nvSpPr>
          <p:spPr>
            <a:xfrm>
              <a:off x="874712" y="5536746"/>
              <a:ext cx="194354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6EF8B6A-E4DA-45D2-8161-06A7C30A56E5}"/>
              </a:ext>
            </a:extLst>
          </p:cNvPr>
          <p:cNvGrpSpPr/>
          <p:nvPr/>
        </p:nvGrpSpPr>
        <p:grpSpPr>
          <a:xfrm>
            <a:off x="3590686" y="3652586"/>
            <a:ext cx="2274887" cy="1889664"/>
            <a:chOff x="3635529" y="3933098"/>
            <a:chExt cx="2274887" cy="1889664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F015097-623E-4461-92F4-52FA7C1C4951}"/>
                </a:ext>
              </a:extLst>
            </p:cNvPr>
            <p:cNvSpPr/>
            <p:nvPr/>
          </p:nvSpPr>
          <p:spPr>
            <a:xfrm>
              <a:off x="3635529" y="3933098"/>
              <a:ext cx="138037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2E903B-6824-4C44-B2CF-7C7909C1B709}"/>
                </a:ext>
              </a:extLst>
            </p:cNvPr>
            <p:cNvSpPr/>
            <p:nvPr/>
          </p:nvSpPr>
          <p:spPr>
            <a:xfrm>
              <a:off x="3635529" y="4536640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CABAD96-D99F-4BC9-9B36-30C6A5E4CEEA}"/>
                </a:ext>
              </a:extLst>
            </p:cNvPr>
            <p:cNvSpPr/>
            <p:nvPr/>
          </p:nvSpPr>
          <p:spPr>
            <a:xfrm>
              <a:off x="3635529" y="4870008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6E787666-6B43-4244-955F-7131C1AF8890}"/>
                </a:ext>
              </a:extLst>
            </p:cNvPr>
            <p:cNvSpPr/>
            <p:nvPr/>
          </p:nvSpPr>
          <p:spPr>
            <a:xfrm>
              <a:off x="3635529" y="5203377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702A14F-7133-417A-86DB-60AACD89A7FF}"/>
                </a:ext>
              </a:extLst>
            </p:cNvPr>
            <p:cNvSpPr/>
            <p:nvPr/>
          </p:nvSpPr>
          <p:spPr>
            <a:xfrm>
              <a:off x="3635529" y="5536746"/>
              <a:ext cx="194354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56D45E1-BF94-4261-830C-8EE4E8A1DF18}"/>
              </a:ext>
            </a:extLst>
          </p:cNvPr>
          <p:cNvGrpSpPr/>
          <p:nvPr/>
        </p:nvGrpSpPr>
        <p:grpSpPr>
          <a:xfrm>
            <a:off x="6306660" y="3652586"/>
            <a:ext cx="2274887" cy="1889664"/>
            <a:chOff x="6396346" y="3933098"/>
            <a:chExt cx="2274887" cy="1889664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7635AAA-F3CD-4CF9-B7F2-2DEE94EDAB85}"/>
                </a:ext>
              </a:extLst>
            </p:cNvPr>
            <p:cNvSpPr/>
            <p:nvPr/>
          </p:nvSpPr>
          <p:spPr>
            <a:xfrm>
              <a:off x="6396346" y="3933098"/>
              <a:ext cx="138037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467E36C-F704-444C-B36E-3840EDE80792}"/>
                </a:ext>
              </a:extLst>
            </p:cNvPr>
            <p:cNvSpPr/>
            <p:nvPr/>
          </p:nvSpPr>
          <p:spPr>
            <a:xfrm>
              <a:off x="6396346" y="4536640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7C8504D-9C58-4EE2-9D8C-7F686609A03A}"/>
                </a:ext>
              </a:extLst>
            </p:cNvPr>
            <p:cNvSpPr/>
            <p:nvPr/>
          </p:nvSpPr>
          <p:spPr>
            <a:xfrm>
              <a:off x="6396346" y="4870008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FA86C6FA-1AF2-420D-9EE2-55870B523C53}"/>
                </a:ext>
              </a:extLst>
            </p:cNvPr>
            <p:cNvSpPr/>
            <p:nvPr/>
          </p:nvSpPr>
          <p:spPr>
            <a:xfrm>
              <a:off x="6396346" y="5203377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1BFF6A-529E-40CC-ABE0-FABADF51EF42}"/>
                </a:ext>
              </a:extLst>
            </p:cNvPr>
            <p:cNvSpPr/>
            <p:nvPr/>
          </p:nvSpPr>
          <p:spPr>
            <a:xfrm>
              <a:off x="6396346" y="5536746"/>
              <a:ext cx="194354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A841787-9F52-4D33-938F-6141DD727F02}"/>
              </a:ext>
            </a:extLst>
          </p:cNvPr>
          <p:cNvGrpSpPr/>
          <p:nvPr/>
        </p:nvGrpSpPr>
        <p:grpSpPr>
          <a:xfrm>
            <a:off x="9022635" y="3652586"/>
            <a:ext cx="2274887" cy="1889664"/>
            <a:chOff x="9157162" y="3933098"/>
            <a:chExt cx="2274887" cy="1889664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6E192B06-EADD-4F5B-9E2C-00BDC552C302}"/>
                </a:ext>
              </a:extLst>
            </p:cNvPr>
            <p:cNvSpPr/>
            <p:nvPr/>
          </p:nvSpPr>
          <p:spPr>
            <a:xfrm>
              <a:off x="9157162" y="3933098"/>
              <a:ext cx="138037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8BF8DCA-8F73-42FD-A4E4-AE2C357ECE75}"/>
                </a:ext>
              </a:extLst>
            </p:cNvPr>
            <p:cNvSpPr/>
            <p:nvPr/>
          </p:nvSpPr>
          <p:spPr>
            <a:xfrm>
              <a:off x="9157162" y="4536640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BFE063C2-6E08-4CBA-A579-3D5BC554FE38}"/>
                </a:ext>
              </a:extLst>
            </p:cNvPr>
            <p:cNvSpPr/>
            <p:nvPr/>
          </p:nvSpPr>
          <p:spPr>
            <a:xfrm>
              <a:off x="9157162" y="4870008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017049C-7CB2-4701-B225-99AEEB081625}"/>
                </a:ext>
              </a:extLst>
            </p:cNvPr>
            <p:cNvSpPr/>
            <p:nvPr/>
          </p:nvSpPr>
          <p:spPr>
            <a:xfrm>
              <a:off x="9157162" y="5203377"/>
              <a:ext cx="2274887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F2E9700-8A4B-48AC-AD93-5DF931C0B032}"/>
                </a:ext>
              </a:extLst>
            </p:cNvPr>
            <p:cNvSpPr/>
            <p:nvPr/>
          </p:nvSpPr>
          <p:spPr>
            <a:xfrm>
              <a:off x="9157162" y="5536746"/>
              <a:ext cx="1943541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BF1F36A2-2C38-4C95-BC4A-5573BD5A4170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397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9A531DA7-5CE1-465D-9F27-3CCAE7ED6B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hape 3475">
            <a:extLst>
              <a:ext uri="{FF2B5EF4-FFF2-40B4-BE49-F238E27FC236}">
                <a16:creationId xmlns:a16="http://schemas.microsoft.com/office/drawing/2014/main" id="{750054EC-12F4-4B0D-9FA9-EC6F20EC8AD1}"/>
              </a:ext>
            </a:extLst>
          </p:cNvPr>
          <p:cNvSpPr/>
          <p:nvPr/>
        </p:nvSpPr>
        <p:spPr>
          <a:xfrm>
            <a:off x="2095897" y="-540388"/>
            <a:ext cx="8000207" cy="8000207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70AD47">
                    <a:hueOff val="-2214564"/>
                    <a:satOff val="-18455"/>
                    <a:lumOff val="-82930"/>
                    <a:alpha val="70145"/>
                  </a:srgbClr>
                </a:solidFill>
              </a:defRPr>
            </a:pP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70AD47">
                  <a:hueOff val="-2214564"/>
                  <a:satOff val="-18455"/>
                  <a:lumOff val="-82930"/>
                  <a:alpha val="70145"/>
                </a:srgbClr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50" name="Shape 3477">
            <a:extLst>
              <a:ext uri="{FF2B5EF4-FFF2-40B4-BE49-F238E27FC236}">
                <a16:creationId xmlns:a16="http://schemas.microsoft.com/office/drawing/2014/main" id="{CD19EFA9-2408-4ACA-9BBE-7B8EAAE6C72B}"/>
              </a:ext>
            </a:extLst>
          </p:cNvPr>
          <p:cNvSpPr/>
          <p:nvPr/>
        </p:nvSpPr>
        <p:spPr>
          <a:xfrm>
            <a:off x="3745633" y="1078634"/>
            <a:ext cx="4700736" cy="4700734"/>
          </a:xfrm>
          <a:prstGeom prst="ellipse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70AD47">
                    <a:hueOff val="-2214564"/>
                    <a:satOff val="-18455"/>
                    <a:lumOff val="-82930"/>
                    <a:alpha val="70145"/>
                  </a:srgbClr>
                </a:solidFill>
              </a:defRPr>
            </a:pP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70AD47">
                  <a:hueOff val="-2214564"/>
                  <a:satOff val="-18455"/>
                  <a:lumOff val="-82930"/>
                  <a:alpha val="70145"/>
                </a:srgbClr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cxnSp>
        <p:nvCxnSpPr>
          <p:cNvPr id="5" name="Connector 3482">
            <a:extLst>
              <a:ext uri="{FF2B5EF4-FFF2-40B4-BE49-F238E27FC236}">
                <a16:creationId xmlns:a16="http://schemas.microsoft.com/office/drawing/2014/main" id="{B14824CD-0F3C-49EF-A3FD-E52906246402}"/>
              </a:ext>
            </a:extLst>
          </p:cNvPr>
          <p:cNvCxnSpPr>
            <a:cxnSpLocks/>
          </p:cNvCxnSpPr>
          <p:nvPr/>
        </p:nvCxnSpPr>
        <p:spPr>
          <a:xfrm flipH="1">
            <a:off x="6090920" y="2133600"/>
            <a:ext cx="2458721" cy="1259840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miter lim="400000"/>
          </a:ln>
        </p:spPr>
      </p:cxnSp>
      <p:cxnSp>
        <p:nvCxnSpPr>
          <p:cNvPr id="6" name="Connector 3485">
            <a:extLst>
              <a:ext uri="{FF2B5EF4-FFF2-40B4-BE49-F238E27FC236}">
                <a16:creationId xmlns:a16="http://schemas.microsoft.com/office/drawing/2014/main" id="{96B8A07B-5AFE-4DA3-8E47-4F8E68AD3CF7}"/>
              </a:ext>
            </a:extLst>
          </p:cNvPr>
          <p:cNvCxnSpPr>
            <a:cxnSpLocks/>
          </p:cNvCxnSpPr>
          <p:nvPr/>
        </p:nvCxnSpPr>
        <p:spPr>
          <a:xfrm flipH="1" flipV="1">
            <a:off x="2425566" y="2358189"/>
            <a:ext cx="3686477" cy="1010653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miter lim="400000"/>
          </a:ln>
        </p:spPr>
      </p:cxnSp>
      <p:cxnSp>
        <p:nvCxnSpPr>
          <p:cNvPr id="7" name="Connector 3487">
            <a:extLst>
              <a:ext uri="{FF2B5EF4-FFF2-40B4-BE49-F238E27FC236}">
                <a16:creationId xmlns:a16="http://schemas.microsoft.com/office/drawing/2014/main" id="{070C2E2A-B49B-4184-82FF-6204DD645480}"/>
              </a:ext>
            </a:extLst>
          </p:cNvPr>
          <p:cNvCxnSpPr>
            <a:cxnSpLocks/>
          </p:cNvCxnSpPr>
          <p:nvPr/>
        </p:nvCxnSpPr>
        <p:spPr>
          <a:xfrm flipV="1">
            <a:off x="4512039" y="3373120"/>
            <a:ext cx="1589041" cy="1680563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miter lim="400000"/>
          </a:ln>
        </p:spPr>
      </p:cxnSp>
      <p:cxnSp>
        <p:nvCxnSpPr>
          <p:cNvPr id="8" name="Connector 3494">
            <a:extLst>
              <a:ext uri="{FF2B5EF4-FFF2-40B4-BE49-F238E27FC236}">
                <a16:creationId xmlns:a16="http://schemas.microsoft.com/office/drawing/2014/main" id="{6A19167F-3542-43EC-A810-4E4469D141AE}"/>
              </a:ext>
            </a:extLst>
          </p:cNvPr>
          <p:cNvCxnSpPr>
            <a:cxnSpLocks/>
          </p:cNvCxnSpPr>
          <p:nvPr/>
        </p:nvCxnSpPr>
        <p:spPr>
          <a:xfrm>
            <a:off x="6096000" y="3392488"/>
            <a:ext cx="2597567" cy="1818251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miter lim="400000"/>
          </a:ln>
        </p:spPr>
      </p:cxnSp>
      <p:sp>
        <p:nvSpPr>
          <p:cNvPr id="9" name="Shape 3481">
            <a:extLst>
              <a:ext uri="{FF2B5EF4-FFF2-40B4-BE49-F238E27FC236}">
                <a16:creationId xmlns:a16="http://schemas.microsoft.com/office/drawing/2014/main" id="{3AA99860-2102-40AC-8313-C08F628EA3AF}"/>
              </a:ext>
            </a:extLst>
          </p:cNvPr>
          <p:cNvSpPr/>
          <p:nvPr/>
        </p:nvSpPr>
        <p:spPr>
          <a:xfrm>
            <a:off x="5176692" y="2509692"/>
            <a:ext cx="1838617" cy="183861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635000" dir="3300000" rotWithShape="0">
              <a:schemeClr val="accent6">
                <a:hueOff val="-2214564"/>
                <a:satOff val="-18455"/>
                <a:lumOff val="-82930"/>
                <a:alpha val="44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ctr">
              <a:lnSpc>
                <a:spcPct val="100000"/>
              </a:lnSpc>
              <a:defRPr sz="3000" spc="0">
                <a:solidFill>
                  <a:schemeClr val="accent6">
                    <a:hueOff val="-2214564"/>
                    <a:satOff val="-18455"/>
                    <a:lumOff val="-82930"/>
                  </a:schemeClr>
                </a:solidFill>
                <a:latin typeface="Titillium WebSemiBold"/>
                <a:ea typeface="Titillium WebSemiBold"/>
                <a:cs typeface="Titillium WebSemiBold"/>
                <a:sym typeface="Titillium Web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hueOff val="-2214564"/>
                  <a:satOff val="-18455"/>
                  <a:lumOff val="-82930"/>
                </a:srgbClr>
              </a:solidFill>
              <a:effectLst/>
              <a:uLnTx/>
              <a:uFillTx/>
              <a:latin typeface="Titillium WebSemiBold"/>
              <a:sym typeface="Titillium WebSemiBold"/>
            </a:endParaRPr>
          </a:p>
        </p:txBody>
      </p:sp>
      <p:sp>
        <p:nvSpPr>
          <p:cNvPr id="10" name="Shape 3483">
            <a:extLst>
              <a:ext uri="{FF2B5EF4-FFF2-40B4-BE49-F238E27FC236}">
                <a16:creationId xmlns:a16="http://schemas.microsoft.com/office/drawing/2014/main" id="{0B88CA4D-899D-488B-BD41-5ACD645D53FF}"/>
              </a:ext>
            </a:extLst>
          </p:cNvPr>
          <p:cNvSpPr/>
          <p:nvPr/>
        </p:nvSpPr>
        <p:spPr>
          <a:xfrm>
            <a:off x="7986880" y="1548728"/>
            <a:ext cx="1145109" cy="1145109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70000"/>
              </a:lnSpc>
              <a:defRPr sz="3000" spc="0">
                <a:solidFill>
                  <a:srgbClr val="FFFFFF"/>
                </a:solidFill>
                <a:latin typeface="Titillium WebSemiBold"/>
                <a:ea typeface="Titillium WebSemiBold"/>
                <a:cs typeface="Titillium WebSemiBold"/>
                <a:sym typeface="Titillium WebSemiBold"/>
              </a:defRPr>
            </a:lvl1pPr>
          </a:lstStyle>
          <a:p>
            <a:endParaRPr dirty="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2" name="Shape 3484">
            <a:extLst>
              <a:ext uri="{FF2B5EF4-FFF2-40B4-BE49-F238E27FC236}">
                <a16:creationId xmlns:a16="http://schemas.microsoft.com/office/drawing/2014/main" id="{1242698E-4379-4FC9-9E37-EF4939B3FB14}"/>
              </a:ext>
            </a:extLst>
          </p:cNvPr>
          <p:cNvSpPr/>
          <p:nvPr/>
        </p:nvSpPr>
        <p:spPr>
          <a:xfrm>
            <a:off x="2209781" y="1855872"/>
            <a:ext cx="1335857" cy="1335857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defRPr sz="3000" spc="0">
                <a:solidFill>
                  <a:schemeClr val="accent6">
                    <a:hueOff val="-2214564"/>
                    <a:satOff val="-18455"/>
                    <a:lumOff val="-82930"/>
                  </a:schemeClr>
                </a:solidFill>
                <a:latin typeface="Titillium WebSemiBold"/>
                <a:ea typeface="Titillium WebSemiBold"/>
                <a:cs typeface="Titillium WebSemiBold"/>
                <a:sym typeface="Titillium WebSemiBold"/>
              </a:defRPr>
            </a:lvl1pPr>
          </a:lstStyle>
          <a:p>
            <a:endParaRPr dirty="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22" name="Shape 3486">
            <a:extLst>
              <a:ext uri="{FF2B5EF4-FFF2-40B4-BE49-F238E27FC236}">
                <a16:creationId xmlns:a16="http://schemas.microsoft.com/office/drawing/2014/main" id="{95708DE4-EF07-4AAE-935B-7A4894F46DDE}"/>
              </a:ext>
            </a:extLst>
          </p:cNvPr>
          <p:cNvSpPr/>
          <p:nvPr/>
        </p:nvSpPr>
        <p:spPr>
          <a:xfrm>
            <a:off x="3952673" y="4477492"/>
            <a:ext cx="1145109" cy="1145109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defRPr sz="3000" spc="0">
                <a:solidFill>
                  <a:schemeClr val="accent6">
                    <a:hueOff val="-2214564"/>
                    <a:satOff val="-18455"/>
                    <a:lumOff val="-82930"/>
                  </a:schemeClr>
                </a:solidFill>
                <a:latin typeface="Titillium WebSemiBold"/>
                <a:ea typeface="Titillium WebSemiBold"/>
                <a:cs typeface="Titillium WebSemiBold"/>
                <a:sym typeface="Titillium WebSemiBold"/>
              </a:defRPr>
            </a:lvl1pPr>
          </a:lstStyle>
          <a:p>
            <a:endParaRPr dirty="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38" name="Shape 3486">
            <a:extLst>
              <a:ext uri="{FF2B5EF4-FFF2-40B4-BE49-F238E27FC236}">
                <a16:creationId xmlns:a16="http://schemas.microsoft.com/office/drawing/2014/main" id="{59D4C5B3-8019-488A-9B9E-001926807F79}"/>
              </a:ext>
            </a:extLst>
          </p:cNvPr>
          <p:cNvSpPr/>
          <p:nvPr/>
        </p:nvSpPr>
        <p:spPr>
          <a:xfrm flipH="1">
            <a:off x="8121870" y="4648020"/>
            <a:ext cx="1145109" cy="1145109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defRPr sz="3000" spc="0">
                <a:solidFill>
                  <a:schemeClr val="accent6">
                    <a:hueOff val="-2214564"/>
                    <a:satOff val="-18455"/>
                    <a:lumOff val="-82930"/>
                  </a:schemeClr>
                </a:solidFill>
                <a:latin typeface="Titillium WebSemiBold"/>
                <a:ea typeface="Titillium WebSemiBold"/>
                <a:cs typeface="Titillium WebSemiBold"/>
                <a:sym typeface="Titillium WebSemiBold"/>
              </a:defRPr>
            </a:lvl1pPr>
          </a:lstStyle>
          <a:p>
            <a:endParaRPr dirty="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56024B-DD86-4A39-9D49-DD6D7972543A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41CA4AA-B712-415A-A4F9-F2D594690A59}"/>
              </a:ext>
            </a:extLst>
          </p:cNvPr>
          <p:cNvGrpSpPr/>
          <p:nvPr/>
        </p:nvGrpSpPr>
        <p:grpSpPr>
          <a:xfrm>
            <a:off x="874712" y="4399675"/>
            <a:ext cx="2845347" cy="1222926"/>
            <a:chOff x="874713" y="1958064"/>
            <a:chExt cx="2660120" cy="122292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EE54582-9B0A-4BE3-B6A9-675E30D347DB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517F464-267C-4073-BEC3-C2309A1EDB0D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B0F99362-225C-41FD-AFE8-D27A56E2FC82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4F1921F7-F1C4-4E41-B3B0-C0A4C9394E7B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C6EEBF36-D426-408B-B82B-40E95B3DBA09}"/>
              </a:ext>
            </a:extLst>
          </p:cNvPr>
          <p:cNvSpPr/>
          <p:nvPr/>
        </p:nvSpPr>
        <p:spPr>
          <a:xfrm>
            <a:off x="446161" y="1912337"/>
            <a:ext cx="1505809" cy="3777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CEEBC65-899D-4569-957B-3DAAC3F85ECD}"/>
              </a:ext>
            </a:extLst>
          </p:cNvPr>
          <p:cNvGrpSpPr/>
          <p:nvPr/>
        </p:nvGrpSpPr>
        <p:grpSpPr>
          <a:xfrm>
            <a:off x="162254" y="2515879"/>
            <a:ext cx="1789718" cy="619384"/>
            <a:chOff x="334944" y="2515879"/>
            <a:chExt cx="1617027" cy="619384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D13BE80-4029-45F9-BD64-4555707E0176}"/>
                </a:ext>
              </a:extLst>
            </p:cNvPr>
            <p:cNvSpPr/>
            <p:nvPr/>
          </p:nvSpPr>
          <p:spPr>
            <a:xfrm>
              <a:off x="334944" y="2515879"/>
              <a:ext cx="161702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E56B09D-3A5E-4538-ADDB-B0CE496DFA1C}"/>
                </a:ext>
              </a:extLst>
            </p:cNvPr>
            <p:cNvSpPr/>
            <p:nvPr/>
          </p:nvSpPr>
          <p:spPr>
            <a:xfrm>
              <a:off x="663319" y="2849247"/>
              <a:ext cx="1288652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367EDA8-7DCA-44A1-99DD-61C267A7ED43}"/>
              </a:ext>
            </a:extLst>
          </p:cNvPr>
          <p:cNvGrpSpPr/>
          <p:nvPr/>
        </p:nvGrpSpPr>
        <p:grpSpPr>
          <a:xfrm flipH="1">
            <a:off x="9487951" y="4615864"/>
            <a:ext cx="1829337" cy="1222926"/>
            <a:chOff x="9251879" y="2446146"/>
            <a:chExt cx="1789718" cy="1222926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C92DFFC-1DAB-4760-9BA8-F83E5AD44B90}"/>
                </a:ext>
              </a:extLst>
            </p:cNvPr>
            <p:cNvSpPr/>
            <p:nvPr/>
          </p:nvSpPr>
          <p:spPr>
            <a:xfrm>
              <a:off x="9535786" y="2446146"/>
              <a:ext cx="150580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F491FB2-52B2-4FF6-B34A-CE1F8667D976}"/>
                </a:ext>
              </a:extLst>
            </p:cNvPr>
            <p:cNvGrpSpPr/>
            <p:nvPr/>
          </p:nvGrpSpPr>
          <p:grpSpPr>
            <a:xfrm>
              <a:off x="9251879" y="3049688"/>
              <a:ext cx="1789718" cy="619384"/>
              <a:chOff x="334944" y="2515879"/>
              <a:chExt cx="1617027" cy="619384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6301C92-4567-4809-A0E7-FE14F6981168}"/>
                  </a:ext>
                </a:extLst>
              </p:cNvPr>
              <p:cNvSpPr/>
              <p:nvPr/>
            </p:nvSpPr>
            <p:spPr>
              <a:xfrm>
                <a:off x="334944" y="2515879"/>
                <a:ext cx="161702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595E375E-F634-4963-AC84-7EFD34BCACB1}"/>
                  </a:ext>
                </a:extLst>
              </p:cNvPr>
              <p:cNvSpPr/>
              <p:nvPr/>
            </p:nvSpPr>
            <p:spPr>
              <a:xfrm>
                <a:off x="663319" y="2849247"/>
                <a:ext cx="1288652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7E9777E-5F01-4958-AED3-98A21893230F}"/>
              </a:ext>
            </a:extLst>
          </p:cNvPr>
          <p:cNvGrpSpPr/>
          <p:nvPr/>
        </p:nvGrpSpPr>
        <p:grpSpPr>
          <a:xfrm flipH="1">
            <a:off x="9314713" y="1522137"/>
            <a:ext cx="2002574" cy="1222926"/>
            <a:chOff x="9251879" y="2446146"/>
            <a:chExt cx="1789718" cy="122292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97AFCCD-4595-423B-A2E3-A76DBF495D93}"/>
                </a:ext>
              </a:extLst>
            </p:cNvPr>
            <p:cNvSpPr/>
            <p:nvPr/>
          </p:nvSpPr>
          <p:spPr>
            <a:xfrm>
              <a:off x="9535786" y="2446146"/>
              <a:ext cx="1505809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508D216A-A61A-4A70-8BBF-6B87971638CF}"/>
                </a:ext>
              </a:extLst>
            </p:cNvPr>
            <p:cNvGrpSpPr/>
            <p:nvPr/>
          </p:nvGrpSpPr>
          <p:grpSpPr>
            <a:xfrm>
              <a:off x="9251879" y="3049688"/>
              <a:ext cx="1789718" cy="619384"/>
              <a:chOff x="334944" y="2515879"/>
              <a:chExt cx="1617027" cy="619384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59E3B352-FFFD-4ECA-AB73-4D62BF9FB1CF}"/>
                  </a:ext>
                </a:extLst>
              </p:cNvPr>
              <p:cNvSpPr/>
              <p:nvPr/>
            </p:nvSpPr>
            <p:spPr>
              <a:xfrm>
                <a:off x="334944" y="2515879"/>
                <a:ext cx="161702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AB61044-31EE-416D-A59F-844BFD2F8EDB}"/>
                  </a:ext>
                </a:extLst>
              </p:cNvPr>
              <p:cNvSpPr/>
              <p:nvPr/>
            </p:nvSpPr>
            <p:spPr>
              <a:xfrm>
                <a:off x="663319" y="2849247"/>
                <a:ext cx="1288652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0905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A16DBCE2-9565-41BB-BD8A-CD59639A6FC4}"/>
              </a:ext>
            </a:extLst>
          </p:cNvPr>
          <p:cNvSpPr/>
          <p:nvPr/>
        </p:nvSpPr>
        <p:spPr>
          <a:xfrm>
            <a:off x="4478369" y="2260412"/>
            <a:ext cx="3235260" cy="323525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635CC90-55B3-4A42-B4B2-59DA13B8D044}"/>
              </a:ext>
            </a:extLst>
          </p:cNvPr>
          <p:cNvSpPr/>
          <p:nvPr/>
        </p:nvSpPr>
        <p:spPr>
          <a:xfrm>
            <a:off x="4926246" y="2708289"/>
            <a:ext cx="2339507" cy="23395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F8463E1-8975-452C-8655-A346B9D574F8}"/>
              </a:ext>
            </a:extLst>
          </p:cNvPr>
          <p:cNvSpPr/>
          <p:nvPr/>
        </p:nvSpPr>
        <p:spPr>
          <a:xfrm>
            <a:off x="4114798" y="1896841"/>
            <a:ext cx="3962404" cy="39624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3F916E-BF74-44C0-B98D-6494747C9682}"/>
              </a:ext>
            </a:extLst>
          </p:cNvPr>
          <p:cNvSpPr/>
          <p:nvPr/>
        </p:nvSpPr>
        <p:spPr>
          <a:xfrm>
            <a:off x="3967261" y="2044376"/>
            <a:ext cx="922101" cy="9221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E8DA4F8-2DE3-45E5-8620-D3410F9BAAE0}"/>
              </a:ext>
            </a:extLst>
          </p:cNvPr>
          <p:cNvSpPr/>
          <p:nvPr/>
        </p:nvSpPr>
        <p:spPr>
          <a:xfrm>
            <a:off x="7302638" y="2044376"/>
            <a:ext cx="922101" cy="9221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F484EB8-DB6C-42F6-99F8-318E5569D805}"/>
              </a:ext>
            </a:extLst>
          </p:cNvPr>
          <p:cNvSpPr/>
          <p:nvPr/>
        </p:nvSpPr>
        <p:spPr>
          <a:xfrm>
            <a:off x="3967261" y="4755354"/>
            <a:ext cx="922101" cy="9221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D86DF1-EAB8-4752-BEC5-1C0A93D3FD97}"/>
              </a:ext>
            </a:extLst>
          </p:cNvPr>
          <p:cNvSpPr/>
          <p:nvPr/>
        </p:nvSpPr>
        <p:spPr>
          <a:xfrm>
            <a:off x="7302638" y="4755354"/>
            <a:ext cx="922101" cy="9221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EB171-A33B-4B73-887E-918B70314CA7}"/>
              </a:ext>
            </a:extLst>
          </p:cNvPr>
          <p:cNvGrpSpPr/>
          <p:nvPr/>
        </p:nvGrpSpPr>
        <p:grpSpPr>
          <a:xfrm>
            <a:off x="874713" y="2060188"/>
            <a:ext cx="2660120" cy="1222926"/>
            <a:chOff x="874713" y="1958064"/>
            <a:chExt cx="2660120" cy="12229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03763-B111-4CA0-8505-BB7958A210BF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146B87F-447F-47E5-BB85-B2A34EDA19E1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A81B59E-12A8-484A-81BF-AA3AB2F89A80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6A0EBEF-FB2C-47F1-B68D-86757DBA9BB2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50747C2-72ED-4520-B8B9-D289B59CCD49}"/>
              </a:ext>
            </a:extLst>
          </p:cNvPr>
          <p:cNvGrpSpPr/>
          <p:nvPr/>
        </p:nvGrpSpPr>
        <p:grpSpPr>
          <a:xfrm>
            <a:off x="8657168" y="2044376"/>
            <a:ext cx="2660120" cy="1222926"/>
            <a:chOff x="8657168" y="2044376"/>
            <a:chExt cx="2660120" cy="122292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6EC13D5-5B6E-40FD-930C-39C26A8A25FB}"/>
                </a:ext>
              </a:extLst>
            </p:cNvPr>
            <p:cNvSpPr/>
            <p:nvPr/>
          </p:nvSpPr>
          <p:spPr>
            <a:xfrm flipH="1">
              <a:off x="8657168" y="2044376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13A671C-BD19-4163-AC0A-29CA8B6C1FF1}"/>
                </a:ext>
              </a:extLst>
            </p:cNvPr>
            <p:cNvGrpSpPr/>
            <p:nvPr/>
          </p:nvGrpSpPr>
          <p:grpSpPr>
            <a:xfrm flipH="1">
              <a:off x="8657168" y="2647918"/>
              <a:ext cx="2660120" cy="619384"/>
              <a:chOff x="-774303" y="2838742"/>
              <a:chExt cx="4309136" cy="619384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D904785-3B81-4516-84AC-47D2D725FEB3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FAC5B330-C19C-4F00-B5A7-DBEC0ECE24A7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863F591-86D9-4B28-8431-E19AE9B8D3C1}"/>
              </a:ext>
            </a:extLst>
          </p:cNvPr>
          <p:cNvGrpSpPr/>
          <p:nvPr/>
        </p:nvGrpSpPr>
        <p:grpSpPr>
          <a:xfrm>
            <a:off x="874713" y="4755354"/>
            <a:ext cx="10442575" cy="1238738"/>
            <a:chOff x="874713" y="4854454"/>
            <a:chExt cx="10442575" cy="123873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EE1E05B-0629-4D2A-9387-46F2AB66AB31}"/>
                </a:ext>
              </a:extLst>
            </p:cNvPr>
            <p:cNvSpPr/>
            <p:nvPr/>
          </p:nvSpPr>
          <p:spPr>
            <a:xfrm>
              <a:off x="1745115" y="4870266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4B1E484F-602B-4425-8267-F63E4C3C77B8}"/>
                </a:ext>
              </a:extLst>
            </p:cNvPr>
            <p:cNvGrpSpPr/>
            <p:nvPr/>
          </p:nvGrpSpPr>
          <p:grpSpPr>
            <a:xfrm>
              <a:off x="874713" y="5473808"/>
              <a:ext cx="2660120" cy="619384"/>
              <a:chOff x="-774303" y="2838742"/>
              <a:chExt cx="4309136" cy="619384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3C9EDAE-60C9-4C35-A58A-A044FB5EE814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2C55295-135B-4323-8313-8C41660B1AA3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EB2A451-B238-422F-9B4C-0F130EB752AA}"/>
                </a:ext>
              </a:extLst>
            </p:cNvPr>
            <p:cNvSpPr/>
            <p:nvPr/>
          </p:nvSpPr>
          <p:spPr>
            <a:xfrm flipH="1">
              <a:off x="8657168" y="485445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BCBA32F-CB46-4BA5-82DA-30D8F4D83763}"/>
                </a:ext>
              </a:extLst>
            </p:cNvPr>
            <p:cNvGrpSpPr/>
            <p:nvPr/>
          </p:nvGrpSpPr>
          <p:grpSpPr>
            <a:xfrm flipH="1">
              <a:off x="8657168" y="5457996"/>
              <a:ext cx="2660120" cy="619384"/>
              <a:chOff x="-774303" y="2838742"/>
              <a:chExt cx="4309136" cy="619384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96B3096-6802-4A76-ABDB-112D20C45F4E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D5E92238-0F28-4F0B-AFAB-48C6B9797304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06A72C1A-750A-41D9-9660-692EF91BBD91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067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075CC6C-7C3F-4DA7-A0DB-1EB5837EB23E}"/>
              </a:ext>
            </a:extLst>
          </p:cNvPr>
          <p:cNvSpPr/>
          <p:nvPr/>
        </p:nvSpPr>
        <p:spPr>
          <a:xfrm>
            <a:off x="-908050" y="562608"/>
            <a:ext cx="14008100" cy="140081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28000"/>
                </a:schemeClr>
              </a:gs>
              <a:gs pos="22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2431E98-ADB1-4654-9A1F-8E759E49463F}"/>
              </a:ext>
            </a:extLst>
          </p:cNvPr>
          <p:cNvSpPr/>
          <p:nvPr/>
        </p:nvSpPr>
        <p:spPr>
          <a:xfrm>
            <a:off x="2428240" y="3898898"/>
            <a:ext cx="7335520" cy="733552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28000"/>
                </a:schemeClr>
              </a:gs>
              <a:gs pos="22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117E9C2-732A-4218-BA0B-73056086F25B}"/>
              </a:ext>
            </a:extLst>
          </p:cNvPr>
          <p:cNvSpPr/>
          <p:nvPr/>
        </p:nvSpPr>
        <p:spPr>
          <a:xfrm>
            <a:off x="3667760" y="5838607"/>
            <a:ext cx="4856480" cy="88322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28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B6714DF-35A5-47C7-AD9E-04E5E7B6A4BA}"/>
              </a:ext>
            </a:extLst>
          </p:cNvPr>
          <p:cNvSpPr/>
          <p:nvPr/>
        </p:nvSpPr>
        <p:spPr>
          <a:xfrm>
            <a:off x="3136118" y="5007610"/>
            <a:ext cx="5919764" cy="12282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205ABE8-DE41-4134-993D-49D61ECBEE60}"/>
              </a:ext>
            </a:extLst>
          </p:cNvPr>
          <p:cNvSpPr/>
          <p:nvPr/>
        </p:nvSpPr>
        <p:spPr>
          <a:xfrm>
            <a:off x="2539114" y="5196612"/>
            <a:ext cx="7113772" cy="12849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7B6FB2-91B1-4266-A26E-8B1DD506A482}"/>
              </a:ext>
            </a:extLst>
          </p:cNvPr>
          <p:cNvSpPr/>
          <p:nvPr/>
        </p:nvSpPr>
        <p:spPr>
          <a:xfrm>
            <a:off x="3136118" y="5153482"/>
            <a:ext cx="5919764" cy="1228206"/>
          </a:xfrm>
          <a:prstGeom prst="ellipse">
            <a:avLst/>
          </a:prstGeom>
          <a:noFill/>
          <a:ln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4" name="图形 49">
            <a:extLst>
              <a:ext uri="{FF2B5EF4-FFF2-40B4-BE49-F238E27FC236}">
                <a16:creationId xmlns:a16="http://schemas.microsoft.com/office/drawing/2014/main" id="{D5A9361B-E4CF-451E-8BF3-98ACD36FBC2E}"/>
              </a:ext>
            </a:extLst>
          </p:cNvPr>
          <p:cNvSpPr/>
          <p:nvPr/>
        </p:nvSpPr>
        <p:spPr>
          <a:xfrm>
            <a:off x="955412" y="2750962"/>
            <a:ext cx="1734990" cy="195438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41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5" name="图形 49">
            <a:extLst>
              <a:ext uri="{FF2B5EF4-FFF2-40B4-BE49-F238E27FC236}">
                <a16:creationId xmlns:a16="http://schemas.microsoft.com/office/drawing/2014/main" id="{440C1D4C-5280-4914-9F34-4C7A4DE51CC6}"/>
              </a:ext>
            </a:extLst>
          </p:cNvPr>
          <p:cNvSpPr/>
          <p:nvPr/>
        </p:nvSpPr>
        <p:spPr>
          <a:xfrm>
            <a:off x="1240879" y="3072527"/>
            <a:ext cx="1164056" cy="131125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6" name="图形 49">
            <a:extLst>
              <a:ext uri="{FF2B5EF4-FFF2-40B4-BE49-F238E27FC236}">
                <a16:creationId xmlns:a16="http://schemas.microsoft.com/office/drawing/2014/main" id="{22A407CA-0D63-47B6-BC92-14C51732CB5F}"/>
              </a:ext>
            </a:extLst>
          </p:cNvPr>
          <p:cNvSpPr/>
          <p:nvPr/>
        </p:nvSpPr>
        <p:spPr>
          <a:xfrm>
            <a:off x="9501599" y="2750962"/>
            <a:ext cx="1734990" cy="195438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41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7" name="图形 49">
            <a:extLst>
              <a:ext uri="{FF2B5EF4-FFF2-40B4-BE49-F238E27FC236}">
                <a16:creationId xmlns:a16="http://schemas.microsoft.com/office/drawing/2014/main" id="{BA239E53-C600-46B7-BA97-9A4D9A2E2841}"/>
              </a:ext>
            </a:extLst>
          </p:cNvPr>
          <p:cNvSpPr/>
          <p:nvPr/>
        </p:nvSpPr>
        <p:spPr>
          <a:xfrm>
            <a:off x="9787066" y="3072527"/>
            <a:ext cx="1164056" cy="131125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9" name="图形 49">
            <a:extLst>
              <a:ext uri="{FF2B5EF4-FFF2-40B4-BE49-F238E27FC236}">
                <a16:creationId xmlns:a16="http://schemas.microsoft.com/office/drawing/2014/main" id="{F44F1F8E-E6E2-48CD-B540-D4A8C9A5AD50}"/>
              </a:ext>
            </a:extLst>
          </p:cNvPr>
          <p:cNvSpPr/>
          <p:nvPr/>
        </p:nvSpPr>
        <p:spPr>
          <a:xfrm>
            <a:off x="3782974" y="1320561"/>
            <a:ext cx="1734990" cy="195438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41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0" name="图形 49">
            <a:extLst>
              <a:ext uri="{FF2B5EF4-FFF2-40B4-BE49-F238E27FC236}">
                <a16:creationId xmlns:a16="http://schemas.microsoft.com/office/drawing/2014/main" id="{13AA26B6-B034-4836-BFAB-0009F3301B91}"/>
              </a:ext>
            </a:extLst>
          </p:cNvPr>
          <p:cNvSpPr/>
          <p:nvPr/>
        </p:nvSpPr>
        <p:spPr>
          <a:xfrm>
            <a:off x="4068441" y="1642126"/>
            <a:ext cx="1164056" cy="131125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22" name="图形 49">
            <a:extLst>
              <a:ext uri="{FF2B5EF4-FFF2-40B4-BE49-F238E27FC236}">
                <a16:creationId xmlns:a16="http://schemas.microsoft.com/office/drawing/2014/main" id="{BC1DD870-1827-4279-BA47-394C5AAA42C8}"/>
              </a:ext>
            </a:extLst>
          </p:cNvPr>
          <p:cNvSpPr/>
          <p:nvPr/>
        </p:nvSpPr>
        <p:spPr>
          <a:xfrm>
            <a:off x="6674036" y="1320561"/>
            <a:ext cx="1734990" cy="195438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41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3" name="图形 49">
            <a:extLst>
              <a:ext uri="{FF2B5EF4-FFF2-40B4-BE49-F238E27FC236}">
                <a16:creationId xmlns:a16="http://schemas.microsoft.com/office/drawing/2014/main" id="{091F1134-1622-46BC-A4A3-A027D4A527EA}"/>
              </a:ext>
            </a:extLst>
          </p:cNvPr>
          <p:cNvSpPr/>
          <p:nvPr/>
        </p:nvSpPr>
        <p:spPr>
          <a:xfrm>
            <a:off x="6959503" y="1642126"/>
            <a:ext cx="1164056" cy="1311252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D67FB99-5306-4AF5-A84B-29EFFC59B78E}"/>
              </a:ext>
            </a:extLst>
          </p:cNvPr>
          <p:cNvSpPr/>
          <p:nvPr/>
        </p:nvSpPr>
        <p:spPr>
          <a:xfrm>
            <a:off x="1157598" y="4622495"/>
            <a:ext cx="1330618" cy="28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B86F128-76FA-4585-9A0F-02D154DA831D}"/>
              </a:ext>
            </a:extLst>
          </p:cNvPr>
          <p:cNvSpPr/>
          <p:nvPr/>
        </p:nvSpPr>
        <p:spPr>
          <a:xfrm>
            <a:off x="834035" y="4974963"/>
            <a:ext cx="1977744" cy="212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F178387-BE4B-4F1F-B6E2-272BF8A5B2C8}"/>
              </a:ext>
            </a:extLst>
          </p:cNvPr>
          <p:cNvSpPr/>
          <p:nvPr/>
        </p:nvSpPr>
        <p:spPr>
          <a:xfrm>
            <a:off x="9703785" y="4622495"/>
            <a:ext cx="1330618" cy="28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C551B34-E704-4B99-8919-0C418F11AE19}"/>
              </a:ext>
            </a:extLst>
          </p:cNvPr>
          <p:cNvSpPr/>
          <p:nvPr/>
        </p:nvSpPr>
        <p:spPr>
          <a:xfrm>
            <a:off x="9380222" y="4974963"/>
            <a:ext cx="1977744" cy="212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8FE0B3F-E695-486A-8587-0D409F521CEA}"/>
              </a:ext>
            </a:extLst>
          </p:cNvPr>
          <p:cNvSpPr/>
          <p:nvPr/>
        </p:nvSpPr>
        <p:spPr>
          <a:xfrm>
            <a:off x="6844472" y="3172799"/>
            <a:ext cx="1330618" cy="28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DCBF39F-86B9-455C-95AC-6E033E8905E6}"/>
              </a:ext>
            </a:extLst>
          </p:cNvPr>
          <p:cNvSpPr/>
          <p:nvPr/>
        </p:nvSpPr>
        <p:spPr>
          <a:xfrm>
            <a:off x="6520909" y="3525267"/>
            <a:ext cx="1977744" cy="212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338FF7D-D961-4CED-A9B6-74CB9FB54561}"/>
              </a:ext>
            </a:extLst>
          </p:cNvPr>
          <p:cNvSpPr/>
          <p:nvPr/>
        </p:nvSpPr>
        <p:spPr>
          <a:xfrm>
            <a:off x="4016910" y="3172799"/>
            <a:ext cx="1330618" cy="28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0D34F0F-7784-42B0-A2D0-0149C2F41091}"/>
              </a:ext>
            </a:extLst>
          </p:cNvPr>
          <p:cNvSpPr/>
          <p:nvPr/>
        </p:nvSpPr>
        <p:spPr>
          <a:xfrm>
            <a:off x="3693347" y="3525267"/>
            <a:ext cx="1977744" cy="212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5BF0BA7-3FD8-490C-AD68-14A36C8F3855}"/>
              </a:ext>
            </a:extLst>
          </p:cNvPr>
          <p:cNvSpPr/>
          <p:nvPr/>
        </p:nvSpPr>
        <p:spPr>
          <a:xfrm>
            <a:off x="4683258" y="5131013"/>
            <a:ext cx="2825484" cy="4064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443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A77B94-EC1D-4748-A087-CCA7944DF3C2}"/>
              </a:ext>
            </a:extLst>
          </p:cNvPr>
          <p:cNvSpPr/>
          <p:nvPr/>
        </p:nvSpPr>
        <p:spPr>
          <a:xfrm>
            <a:off x="874713" y="2052320"/>
            <a:ext cx="2870835" cy="48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4E9854-0D7B-46BF-B7EF-0BBCB4A1D320}"/>
              </a:ext>
            </a:extLst>
          </p:cNvPr>
          <p:cNvSpPr/>
          <p:nvPr/>
        </p:nvSpPr>
        <p:spPr>
          <a:xfrm>
            <a:off x="3744489" y="2865120"/>
            <a:ext cx="2816543" cy="3992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F5FC92-CA47-4D75-B5F3-950D8AA6A51D}"/>
              </a:ext>
            </a:extLst>
          </p:cNvPr>
          <p:cNvSpPr/>
          <p:nvPr/>
        </p:nvSpPr>
        <p:spPr>
          <a:xfrm>
            <a:off x="6559973" y="1452880"/>
            <a:ext cx="2816543" cy="54051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FFD004-B3AA-4155-A7D1-2721C67DF835}"/>
              </a:ext>
            </a:extLst>
          </p:cNvPr>
          <p:cNvSpPr/>
          <p:nvPr/>
        </p:nvSpPr>
        <p:spPr>
          <a:xfrm>
            <a:off x="9375457" y="2174240"/>
            <a:ext cx="2816543" cy="468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9829F9-020C-43C7-AA4B-9F83F14871E7}"/>
              </a:ext>
            </a:extLst>
          </p:cNvPr>
          <p:cNvSpPr txBox="1"/>
          <p:nvPr/>
        </p:nvSpPr>
        <p:spPr>
          <a:xfrm>
            <a:off x="1104393" y="2663002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+mj-lt"/>
              </a:rPr>
              <a:t>01</a:t>
            </a:r>
            <a:endParaRPr lang="zh-CN" altLang="en-US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2E66A7-3312-40E1-B019-E7950688E573}"/>
              </a:ext>
            </a:extLst>
          </p:cNvPr>
          <p:cNvSpPr txBox="1"/>
          <p:nvPr/>
        </p:nvSpPr>
        <p:spPr>
          <a:xfrm>
            <a:off x="3927660" y="3597722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+mj-lt"/>
              </a:rPr>
              <a:t>02</a:t>
            </a:r>
            <a:endParaRPr lang="zh-CN" altLang="en-US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E838792-B81A-4B8E-8EB9-B6BDC2AA39B6}"/>
              </a:ext>
            </a:extLst>
          </p:cNvPr>
          <p:cNvSpPr txBox="1"/>
          <p:nvPr/>
        </p:nvSpPr>
        <p:spPr>
          <a:xfrm>
            <a:off x="6743144" y="2052320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1A1D0C-2B3B-49FD-A469-006390FBE881}"/>
              </a:ext>
            </a:extLst>
          </p:cNvPr>
          <p:cNvSpPr txBox="1"/>
          <p:nvPr/>
        </p:nvSpPr>
        <p:spPr>
          <a:xfrm>
            <a:off x="9561604" y="2663002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3C59D9-A702-4113-AADE-7D58B4DBF355}"/>
              </a:ext>
            </a:extLst>
          </p:cNvPr>
          <p:cNvSpPr/>
          <p:nvPr/>
        </p:nvSpPr>
        <p:spPr>
          <a:xfrm>
            <a:off x="874713" y="620713"/>
            <a:ext cx="2869776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4866EF6-9DE3-49DC-A2DF-00E938C93B84}"/>
              </a:ext>
            </a:extLst>
          </p:cNvPr>
          <p:cNvGrpSpPr/>
          <p:nvPr/>
        </p:nvGrpSpPr>
        <p:grpSpPr>
          <a:xfrm>
            <a:off x="1210280" y="3584824"/>
            <a:ext cx="2069214" cy="1222926"/>
            <a:chOff x="1277012" y="3584824"/>
            <a:chExt cx="2069214" cy="122292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BFFEEF7-64E0-4F36-BD06-CDD173F15292}"/>
                </a:ext>
              </a:extLst>
            </p:cNvPr>
            <p:cNvSpPr/>
            <p:nvPr/>
          </p:nvSpPr>
          <p:spPr>
            <a:xfrm flipH="1">
              <a:off x="1277012" y="3584824"/>
              <a:ext cx="1789718" cy="377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4897D6C-639E-4E97-B5F6-C5C6F647DB51}"/>
                </a:ext>
              </a:extLst>
            </p:cNvPr>
            <p:cNvSpPr/>
            <p:nvPr/>
          </p:nvSpPr>
          <p:spPr>
            <a:xfrm flipH="1">
              <a:off x="1277012" y="4188366"/>
              <a:ext cx="2069214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2C4A8AB-FC53-4CAF-84F7-5C5E6436598A}"/>
                </a:ext>
              </a:extLst>
            </p:cNvPr>
            <p:cNvSpPr/>
            <p:nvPr/>
          </p:nvSpPr>
          <p:spPr>
            <a:xfrm flipH="1">
              <a:off x="1277012" y="4521734"/>
              <a:ext cx="1290550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0FD7FA0-4144-4F90-83FE-734F54B73988}"/>
              </a:ext>
            </a:extLst>
          </p:cNvPr>
          <p:cNvGrpSpPr/>
          <p:nvPr/>
        </p:nvGrpSpPr>
        <p:grpSpPr>
          <a:xfrm>
            <a:off x="4041960" y="4519544"/>
            <a:ext cx="2069214" cy="1222926"/>
            <a:chOff x="1277012" y="3584824"/>
            <a:chExt cx="2069214" cy="122292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625842C-A6A8-421D-B53C-26C015EEB762}"/>
                </a:ext>
              </a:extLst>
            </p:cNvPr>
            <p:cNvSpPr/>
            <p:nvPr/>
          </p:nvSpPr>
          <p:spPr>
            <a:xfrm flipH="1">
              <a:off x="1277012" y="3584824"/>
              <a:ext cx="1789718" cy="377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3F7CD8D-A4C6-4B3A-AD22-B5C1433C060A}"/>
                </a:ext>
              </a:extLst>
            </p:cNvPr>
            <p:cNvSpPr/>
            <p:nvPr/>
          </p:nvSpPr>
          <p:spPr>
            <a:xfrm flipH="1">
              <a:off x="1277012" y="4188366"/>
              <a:ext cx="2069214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293B5C0-943C-45E4-8A6F-5B8E1B66840E}"/>
                </a:ext>
              </a:extLst>
            </p:cNvPr>
            <p:cNvSpPr/>
            <p:nvPr/>
          </p:nvSpPr>
          <p:spPr>
            <a:xfrm flipH="1">
              <a:off x="1277012" y="4521734"/>
              <a:ext cx="1290550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D9E01BC-52D0-4D7B-A2AA-E56D0E004925}"/>
              </a:ext>
            </a:extLst>
          </p:cNvPr>
          <p:cNvGrpSpPr/>
          <p:nvPr/>
        </p:nvGrpSpPr>
        <p:grpSpPr>
          <a:xfrm>
            <a:off x="6857444" y="2974142"/>
            <a:ext cx="2069214" cy="1222926"/>
            <a:chOff x="1277012" y="3584824"/>
            <a:chExt cx="2069214" cy="1222926"/>
          </a:xfrm>
          <a:solidFill>
            <a:schemeClr val="bg1"/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637C57E-96AA-4523-B0B8-6C45F3ADDC65}"/>
                </a:ext>
              </a:extLst>
            </p:cNvPr>
            <p:cNvSpPr/>
            <p:nvPr/>
          </p:nvSpPr>
          <p:spPr>
            <a:xfrm flipH="1">
              <a:off x="1277012" y="3584824"/>
              <a:ext cx="1789718" cy="377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9F1DBED-5B8B-4EF7-BED1-675ECA306CAD}"/>
                </a:ext>
              </a:extLst>
            </p:cNvPr>
            <p:cNvSpPr/>
            <p:nvPr/>
          </p:nvSpPr>
          <p:spPr>
            <a:xfrm flipH="1">
              <a:off x="1277012" y="4188366"/>
              <a:ext cx="2069214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E09ED2D-63EA-4A75-B939-1D5A734E3731}"/>
                </a:ext>
              </a:extLst>
            </p:cNvPr>
            <p:cNvSpPr/>
            <p:nvPr/>
          </p:nvSpPr>
          <p:spPr>
            <a:xfrm flipH="1">
              <a:off x="1277012" y="4521734"/>
              <a:ext cx="1290550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1603BC9-5D22-4832-A21F-D8657030853C}"/>
              </a:ext>
            </a:extLst>
          </p:cNvPr>
          <p:cNvGrpSpPr/>
          <p:nvPr/>
        </p:nvGrpSpPr>
        <p:grpSpPr>
          <a:xfrm>
            <a:off x="9675904" y="3584824"/>
            <a:ext cx="2069214" cy="1222926"/>
            <a:chOff x="1277012" y="3584824"/>
            <a:chExt cx="2069214" cy="1222926"/>
          </a:xfrm>
          <a:solidFill>
            <a:schemeClr val="bg1"/>
          </a:solidFill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B504CAE-849D-481F-8A4B-564099F673AF}"/>
                </a:ext>
              </a:extLst>
            </p:cNvPr>
            <p:cNvSpPr/>
            <p:nvPr/>
          </p:nvSpPr>
          <p:spPr>
            <a:xfrm flipH="1">
              <a:off x="1277012" y="3584824"/>
              <a:ext cx="1789718" cy="377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235EBB2-5A8E-4789-954E-A23A14903048}"/>
                </a:ext>
              </a:extLst>
            </p:cNvPr>
            <p:cNvSpPr/>
            <p:nvPr/>
          </p:nvSpPr>
          <p:spPr>
            <a:xfrm flipH="1">
              <a:off x="1277012" y="4188366"/>
              <a:ext cx="2069214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B146AEF-D682-4BDA-9BFA-4C2EDEC2A531}"/>
                </a:ext>
              </a:extLst>
            </p:cNvPr>
            <p:cNvSpPr/>
            <p:nvPr/>
          </p:nvSpPr>
          <p:spPr>
            <a:xfrm flipH="1">
              <a:off x="1277012" y="4521734"/>
              <a:ext cx="1290550" cy="286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389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0F1339A-9274-4902-94EE-0B237BD554AC}"/>
              </a:ext>
            </a:extLst>
          </p:cNvPr>
          <p:cNvCxnSpPr>
            <a:cxnSpLocks/>
          </p:cNvCxnSpPr>
          <p:nvPr/>
        </p:nvCxnSpPr>
        <p:spPr>
          <a:xfrm>
            <a:off x="660400" y="3702048"/>
            <a:ext cx="268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0F5E11F-22C2-42F2-9E4F-904C59F6AAAF}"/>
              </a:ext>
            </a:extLst>
          </p:cNvPr>
          <p:cNvGrpSpPr/>
          <p:nvPr/>
        </p:nvGrpSpPr>
        <p:grpSpPr>
          <a:xfrm>
            <a:off x="3975100" y="1578601"/>
            <a:ext cx="4241800" cy="4246894"/>
            <a:chOff x="3975100" y="1578601"/>
            <a:chExt cx="4241800" cy="4246894"/>
          </a:xfrm>
        </p:grpSpPr>
        <p:sp>
          <p:nvSpPr>
            <p:cNvPr id="3" name="新月形 15">
              <a:extLst>
                <a:ext uri="{FF2B5EF4-FFF2-40B4-BE49-F238E27FC236}">
                  <a16:creationId xmlns:a16="http://schemas.microsoft.com/office/drawing/2014/main" id="{CEECAF1B-D8B9-4131-B73A-FD937D003D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751297">
              <a:off x="3975100" y="1885371"/>
              <a:ext cx="1963172" cy="3938109"/>
            </a:xfrm>
            <a:prstGeom prst="moon">
              <a:avLst>
                <a:gd name="adj" fmla="val 15190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8000">
                  <a:schemeClr val="accent1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108670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1896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4" name="新月形 16">
              <a:extLst>
                <a:ext uri="{FF2B5EF4-FFF2-40B4-BE49-F238E27FC236}">
                  <a16:creationId xmlns:a16="http://schemas.microsoft.com/office/drawing/2014/main" id="{D2155636-F8BD-408C-87E1-F38F6CC084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551297">
              <a:off x="4966018" y="599956"/>
              <a:ext cx="1969054" cy="3926344"/>
            </a:xfrm>
            <a:prstGeom prst="moon">
              <a:avLst>
                <a:gd name="adj" fmla="val 15190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8000">
                  <a:schemeClr val="accent1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108670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189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" name="新月形 17">
              <a:extLst>
                <a:ext uri="{FF2B5EF4-FFF2-40B4-BE49-F238E27FC236}">
                  <a16:creationId xmlns:a16="http://schemas.microsoft.com/office/drawing/2014/main" id="{16F6C28E-A10A-428C-B13F-B2E1662E99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951297">
              <a:off x="6253728" y="1584050"/>
              <a:ext cx="1963172" cy="3938109"/>
            </a:xfrm>
            <a:prstGeom prst="moon">
              <a:avLst>
                <a:gd name="adj" fmla="val 15190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8000">
                  <a:schemeClr val="accent1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108670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189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6" name="新月形 18">
              <a:extLst>
                <a:ext uri="{FF2B5EF4-FFF2-40B4-BE49-F238E27FC236}">
                  <a16:creationId xmlns:a16="http://schemas.microsoft.com/office/drawing/2014/main" id="{852D63DA-AFD1-412D-B464-837CEA676F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351297">
              <a:off x="5257871" y="2877796"/>
              <a:ext cx="1969054" cy="3926344"/>
            </a:xfrm>
            <a:prstGeom prst="moon">
              <a:avLst>
                <a:gd name="adj" fmla="val 15190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8000">
                  <a:schemeClr val="accent1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108670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189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A40878A-1F35-4CD5-8AAF-102730AC3B4D}"/>
                </a:ext>
              </a:extLst>
            </p:cNvPr>
            <p:cNvSpPr/>
            <p:nvPr/>
          </p:nvSpPr>
          <p:spPr>
            <a:xfrm>
              <a:off x="5067300" y="2673349"/>
              <a:ext cx="2057400" cy="2057398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6000">
                  <a:schemeClr val="accent1"/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A865F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ABD0CB-55E9-49D6-A4EE-0E16E1BD042D}"/>
              </a:ext>
            </a:extLst>
          </p:cNvPr>
          <p:cNvCxnSpPr>
            <a:cxnSpLocks/>
          </p:cNvCxnSpPr>
          <p:nvPr/>
        </p:nvCxnSpPr>
        <p:spPr>
          <a:xfrm>
            <a:off x="8834438" y="3702048"/>
            <a:ext cx="268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C7267FC5-8758-4542-AD09-B47969D2C6C1}"/>
              </a:ext>
            </a:extLst>
          </p:cNvPr>
          <p:cNvSpPr/>
          <p:nvPr/>
        </p:nvSpPr>
        <p:spPr>
          <a:xfrm>
            <a:off x="3879848" y="6069230"/>
            <a:ext cx="4432302" cy="34991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74FF498-F476-432B-9E50-CD366A6EF419}"/>
              </a:ext>
            </a:extLst>
          </p:cNvPr>
          <p:cNvGrpSpPr/>
          <p:nvPr/>
        </p:nvGrpSpPr>
        <p:grpSpPr>
          <a:xfrm>
            <a:off x="8828844" y="1893535"/>
            <a:ext cx="2488444" cy="3617027"/>
            <a:chOff x="8828844" y="1835404"/>
            <a:chExt cx="2488444" cy="361702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98CDC56-28C1-409C-B06A-7E8B0AECFF7D}"/>
                </a:ext>
              </a:extLst>
            </p:cNvPr>
            <p:cNvGrpSpPr/>
            <p:nvPr/>
          </p:nvGrpSpPr>
          <p:grpSpPr>
            <a:xfrm flipH="1">
              <a:off x="8828844" y="1835404"/>
              <a:ext cx="2488444" cy="1222926"/>
              <a:chOff x="9251879" y="2446146"/>
              <a:chExt cx="1789718" cy="1222926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E2C156F-FFE3-48D7-8EB6-F4D5BA730968}"/>
                  </a:ext>
                </a:extLst>
              </p:cNvPr>
              <p:cNvSpPr/>
              <p:nvPr/>
            </p:nvSpPr>
            <p:spPr>
              <a:xfrm>
                <a:off x="9535786" y="2446146"/>
                <a:ext cx="1505809" cy="3777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84F6F7A5-923B-4FC2-9CC5-471A17D66544}"/>
                  </a:ext>
                </a:extLst>
              </p:cNvPr>
              <p:cNvGrpSpPr/>
              <p:nvPr/>
            </p:nvGrpSpPr>
            <p:grpSpPr>
              <a:xfrm>
                <a:off x="9251879" y="3049688"/>
                <a:ext cx="1789718" cy="619384"/>
                <a:chOff x="334944" y="2515879"/>
                <a:chExt cx="1617027" cy="619384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9E40AEC-CA33-4695-80FA-31C7A807BB9E}"/>
                    </a:ext>
                  </a:extLst>
                </p:cNvPr>
                <p:cNvSpPr/>
                <p:nvPr/>
              </p:nvSpPr>
              <p:spPr>
                <a:xfrm>
                  <a:off x="334944" y="2515879"/>
                  <a:ext cx="1617026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FF75D1EB-3FCB-4A96-8708-310E5D93D980}"/>
                    </a:ext>
                  </a:extLst>
                </p:cNvPr>
                <p:cNvSpPr/>
                <p:nvPr/>
              </p:nvSpPr>
              <p:spPr>
                <a:xfrm>
                  <a:off x="663319" y="2849247"/>
                  <a:ext cx="1288652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26A7A6C-014B-4C74-9C49-915C60F15BD1}"/>
                </a:ext>
              </a:extLst>
            </p:cNvPr>
            <p:cNvGrpSpPr/>
            <p:nvPr/>
          </p:nvGrpSpPr>
          <p:grpSpPr>
            <a:xfrm flipH="1">
              <a:off x="8828844" y="4229505"/>
              <a:ext cx="2488444" cy="1222926"/>
              <a:chOff x="9251879" y="2446146"/>
              <a:chExt cx="1789718" cy="1222926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A8331EA-E3B0-4117-913B-9078A06ABDC3}"/>
                  </a:ext>
                </a:extLst>
              </p:cNvPr>
              <p:cNvSpPr/>
              <p:nvPr/>
            </p:nvSpPr>
            <p:spPr>
              <a:xfrm>
                <a:off x="9535786" y="2446146"/>
                <a:ext cx="1505809" cy="3777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89BA55F8-3BAC-442F-91D3-1B63E4A99D3C}"/>
                  </a:ext>
                </a:extLst>
              </p:cNvPr>
              <p:cNvGrpSpPr/>
              <p:nvPr/>
            </p:nvGrpSpPr>
            <p:grpSpPr>
              <a:xfrm>
                <a:off x="9251879" y="3049688"/>
                <a:ext cx="1789718" cy="619384"/>
                <a:chOff x="334944" y="2515879"/>
                <a:chExt cx="1617027" cy="619384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9080AC8A-2676-4F71-9AE5-2D9044EC5D4E}"/>
                    </a:ext>
                  </a:extLst>
                </p:cNvPr>
                <p:cNvSpPr/>
                <p:nvPr/>
              </p:nvSpPr>
              <p:spPr>
                <a:xfrm>
                  <a:off x="334944" y="2515879"/>
                  <a:ext cx="1617026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2071B3D2-88E2-4853-9567-20BD3CBD09C5}"/>
                    </a:ext>
                  </a:extLst>
                </p:cNvPr>
                <p:cNvSpPr/>
                <p:nvPr/>
              </p:nvSpPr>
              <p:spPr>
                <a:xfrm>
                  <a:off x="663319" y="2849247"/>
                  <a:ext cx="1288652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B9662DF-208D-45FF-B938-C622C028D830}"/>
              </a:ext>
            </a:extLst>
          </p:cNvPr>
          <p:cNvGrpSpPr/>
          <p:nvPr/>
        </p:nvGrpSpPr>
        <p:grpSpPr>
          <a:xfrm flipH="1">
            <a:off x="858006" y="1893535"/>
            <a:ext cx="2488444" cy="3617027"/>
            <a:chOff x="8828844" y="1835404"/>
            <a:chExt cx="2488444" cy="3617027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CA2F004-8C6B-4FDA-801B-AF9AA317293B}"/>
                </a:ext>
              </a:extLst>
            </p:cNvPr>
            <p:cNvGrpSpPr/>
            <p:nvPr/>
          </p:nvGrpSpPr>
          <p:grpSpPr>
            <a:xfrm flipH="1">
              <a:off x="8828844" y="1835404"/>
              <a:ext cx="2488444" cy="1222926"/>
              <a:chOff x="9251879" y="2446146"/>
              <a:chExt cx="1789718" cy="122292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EBE2B8A-43A8-458B-A1A7-951446851A83}"/>
                  </a:ext>
                </a:extLst>
              </p:cNvPr>
              <p:cNvSpPr/>
              <p:nvPr/>
            </p:nvSpPr>
            <p:spPr>
              <a:xfrm>
                <a:off x="9535786" y="2446146"/>
                <a:ext cx="1505809" cy="3777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EC173C2D-FE83-4B87-9AAC-8CE768B5D58A}"/>
                  </a:ext>
                </a:extLst>
              </p:cNvPr>
              <p:cNvGrpSpPr/>
              <p:nvPr/>
            </p:nvGrpSpPr>
            <p:grpSpPr>
              <a:xfrm>
                <a:off x="9251879" y="3049688"/>
                <a:ext cx="1789718" cy="619384"/>
                <a:chOff x="334944" y="2515879"/>
                <a:chExt cx="1617027" cy="619384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4001A355-117A-4041-A625-75FAB7D762F3}"/>
                    </a:ext>
                  </a:extLst>
                </p:cNvPr>
                <p:cNvSpPr/>
                <p:nvPr/>
              </p:nvSpPr>
              <p:spPr>
                <a:xfrm>
                  <a:off x="334944" y="2515879"/>
                  <a:ext cx="1617026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21098B11-A093-4EC8-998E-913F9FC00C02}"/>
                    </a:ext>
                  </a:extLst>
                </p:cNvPr>
                <p:cNvSpPr/>
                <p:nvPr/>
              </p:nvSpPr>
              <p:spPr>
                <a:xfrm>
                  <a:off x="663319" y="2849247"/>
                  <a:ext cx="1288652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839DCC5-EC22-4464-B8F7-F390630D8DFE}"/>
                </a:ext>
              </a:extLst>
            </p:cNvPr>
            <p:cNvGrpSpPr/>
            <p:nvPr/>
          </p:nvGrpSpPr>
          <p:grpSpPr>
            <a:xfrm flipH="1">
              <a:off x="8828844" y="4229505"/>
              <a:ext cx="2488444" cy="1222926"/>
              <a:chOff x="9251879" y="2446146"/>
              <a:chExt cx="1789718" cy="1222926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A66B4AE-AC06-4675-A4E2-CFC3D9A20B07}"/>
                  </a:ext>
                </a:extLst>
              </p:cNvPr>
              <p:cNvSpPr/>
              <p:nvPr/>
            </p:nvSpPr>
            <p:spPr>
              <a:xfrm>
                <a:off x="9535786" y="2446146"/>
                <a:ext cx="1505809" cy="3777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E084AF12-BF76-438A-811F-2850137FCF80}"/>
                  </a:ext>
                </a:extLst>
              </p:cNvPr>
              <p:cNvGrpSpPr/>
              <p:nvPr/>
            </p:nvGrpSpPr>
            <p:grpSpPr>
              <a:xfrm>
                <a:off x="9251879" y="3049688"/>
                <a:ext cx="1789718" cy="619384"/>
                <a:chOff x="334944" y="2515879"/>
                <a:chExt cx="1617027" cy="619384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A08B2BB-B320-4BDE-998A-BC7DBBB42EA4}"/>
                    </a:ext>
                  </a:extLst>
                </p:cNvPr>
                <p:cNvSpPr/>
                <p:nvPr/>
              </p:nvSpPr>
              <p:spPr>
                <a:xfrm>
                  <a:off x="334944" y="2515879"/>
                  <a:ext cx="1617026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5FB2CE3B-CA58-436E-BED9-DEE9D3AAD9B7}"/>
                    </a:ext>
                  </a:extLst>
                </p:cNvPr>
                <p:cNvSpPr/>
                <p:nvPr/>
              </p:nvSpPr>
              <p:spPr>
                <a:xfrm>
                  <a:off x="663319" y="2849247"/>
                  <a:ext cx="1288652" cy="2860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F96DA436-D3D5-4D72-A8F8-B70E5C4393CD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708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旁门左道PPT出品">
            <a:extLst>
              <a:ext uri="{FF2B5EF4-FFF2-40B4-BE49-F238E27FC236}">
                <a16:creationId xmlns:a16="http://schemas.microsoft.com/office/drawing/2014/main" id="{817334A6-A6AC-4220-8D36-D5AE1F6A540B}"/>
              </a:ext>
            </a:extLst>
          </p:cNvPr>
          <p:cNvSpPr/>
          <p:nvPr/>
        </p:nvSpPr>
        <p:spPr>
          <a:xfrm>
            <a:off x="1260877" y="3027751"/>
            <a:ext cx="1393314" cy="1393313"/>
          </a:xfrm>
          <a:prstGeom prst="ellipse">
            <a:avLst/>
          </a:prstGeom>
          <a:solidFill>
            <a:schemeClr val="accent1"/>
          </a:solidFill>
          <a:ln w="222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6B2CCC-7D13-45B5-8238-801F2BD68ECC}"/>
              </a:ext>
            </a:extLst>
          </p:cNvPr>
          <p:cNvSpPr/>
          <p:nvPr/>
        </p:nvSpPr>
        <p:spPr>
          <a:xfrm>
            <a:off x="1055688" y="2822562"/>
            <a:ext cx="1803691" cy="1803691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F14856B-EA27-4574-ABA8-955571AB59B4}"/>
              </a:ext>
            </a:extLst>
          </p:cNvPr>
          <p:cNvSpPr/>
          <p:nvPr/>
        </p:nvSpPr>
        <p:spPr>
          <a:xfrm>
            <a:off x="9537811" y="1803813"/>
            <a:ext cx="1393314" cy="1393313"/>
          </a:xfrm>
          <a:prstGeom prst="ellipse">
            <a:avLst/>
          </a:prstGeom>
          <a:solidFill>
            <a:schemeClr val="accent1"/>
          </a:solidFill>
          <a:ln w="222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旁门左道PPT出品">
            <a:extLst>
              <a:ext uri="{FF2B5EF4-FFF2-40B4-BE49-F238E27FC236}">
                <a16:creationId xmlns:a16="http://schemas.microsoft.com/office/drawing/2014/main" id="{3381D502-0671-40FF-830C-D509A7A2F17E}"/>
              </a:ext>
            </a:extLst>
          </p:cNvPr>
          <p:cNvSpPr/>
          <p:nvPr/>
        </p:nvSpPr>
        <p:spPr>
          <a:xfrm>
            <a:off x="9332623" y="1598625"/>
            <a:ext cx="1803691" cy="1803691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CC90FDC-BBF9-4AA1-A5D5-4CF771EAA656}"/>
              </a:ext>
            </a:extLst>
          </p:cNvPr>
          <p:cNvSpPr/>
          <p:nvPr/>
        </p:nvSpPr>
        <p:spPr>
          <a:xfrm>
            <a:off x="6820437" y="3359379"/>
            <a:ext cx="1810889" cy="1810889"/>
          </a:xfrm>
          <a:prstGeom prst="ellipse">
            <a:avLst/>
          </a:prstGeom>
          <a:solidFill>
            <a:schemeClr val="accent1"/>
          </a:solidFill>
          <a:ln w="222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56E8167-1050-47EF-AE95-793F45E8C40D}"/>
              </a:ext>
            </a:extLst>
          </p:cNvPr>
          <p:cNvSpPr/>
          <p:nvPr/>
        </p:nvSpPr>
        <p:spPr>
          <a:xfrm>
            <a:off x="6553754" y="3092695"/>
            <a:ext cx="2344257" cy="234425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6851639-C9A8-4965-8EF9-CDF98E6A93C3}"/>
              </a:ext>
            </a:extLst>
          </p:cNvPr>
          <p:cNvSpPr/>
          <p:nvPr/>
        </p:nvSpPr>
        <p:spPr>
          <a:xfrm>
            <a:off x="3659615" y="1222137"/>
            <a:ext cx="2104707" cy="2104706"/>
          </a:xfrm>
          <a:prstGeom prst="ellipse">
            <a:avLst/>
          </a:prstGeom>
          <a:solidFill>
            <a:schemeClr val="accent1"/>
          </a:solidFill>
          <a:ln w="222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62377-FC6C-4C8A-919C-D21823B9E3AC}"/>
              </a:ext>
            </a:extLst>
          </p:cNvPr>
          <p:cNvSpPr/>
          <p:nvPr/>
        </p:nvSpPr>
        <p:spPr>
          <a:xfrm>
            <a:off x="3349662" y="912184"/>
            <a:ext cx="2724614" cy="2724613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0F6B2E0-03C3-42DE-B229-D766407ADBDA}"/>
              </a:ext>
            </a:extLst>
          </p:cNvPr>
          <p:cNvCxnSpPr>
            <a:cxnSpLocks/>
          </p:cNvCxnSpPr>
          <p:nvPr/>
        </p:nvCxnSpPr>
        <p:spPr>
          <a:xfrm flipV="1">
            <a:off x="2758734" y="2892070"/>
            <a:ext cx="735266" cy="42305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56AE0FD-71C9-459F-A35A-39B7C4A4B62C}"/>
              </a:ext>
            </a:extLst>
          </p:cNvPr>
          <p:cNvCxnSpPr>
            <a:cxnSpLocks/>
          </p:cNvCxnSpPr>
          <p:nvPr/>
        </p:nvCxnSpPr>
        <p:spPr>
          <a:xfrm>
            <a:off x="5871203" y="2992305"/>
            <a:ext cx="882227" cy="61910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396F30A-5B6D-4EBD-8CB1-35BC8B52AB65}"/>
              </a:ext>
            </a:extLst>
          </p:cNvPr>
          <p:cNvCxnSpPr>
            <a:cxnSpLocks/>
          </p:cNvCxnSpPr>
          <p:nvPr/>
        </p:nvCxnSpPr>
        <p:spPr>
          <a:xfrm flipV="1">
            <a:off x="8674619" y="2981496"/>
            <a:ext cx="799922" cy="59944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EE9D1FD-54CC-4FA4-A021-2E38230EE0F5}"/>
              </a:ext>
            </a:extLst>
          </p:cNvPr>
          <p:cNvGrpSpPr/>
          <p:nvPr/>
        </p:nvGrpSpPr>
        <p:grpSpPr>
          <a:xfrm>
            <a:off x="1146522" y="4787880"/>
            <a:ext cx="1622022" cy="649071"/>
            <a:chOff x="1136712" y="4787880"/>
            <a:chExt cx="1622022" cy="64907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63E9CB8-75AD-47BE-B9C0-A88B348833C9}"/>
                </a:ext>
              </a:extLst>
            </p:cNvPr>
            <p:cNvSpPr/>
            <p:nvPr/>
          </p:nvSpPr>
          <p:spPr>
            <a:xfrm>
              <a:off x="1384685" y="4787880"/>
              <a:ext cx="1126076" cy="3290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8D9750D-C888-44D4-8D65-4AB33664A99D}"/>
                </a:ext>
              </a:extLst>
            </p:cNvPr>
            <p:cNvSpPr/>
            <p:nvPr/>
          </p:nvSpPr>
          <p:spPr>
            <a:xfrm>
              <a:off x="1136712" y="5206335"/>
              <a:ext cx="1622022" cy="230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829ACC9-0492-45D8-883C-8B1B0DAB8A3B}"/>
              </a:ext>
            </a:extLst>
          </p:cNvPr>
          <p:cNvGrpSpPr/>
          <p:nvPr/>
        </p:nvGrpSpPr>
        <p:grpSpPr>
          <a:xfrm>
            <a:off x="3900958" y="3771993"/>
            <a:ext cx="1622022" cy="649071"/>
            <a:chOff x="1136712" y="4787880"/>
            <a:chExt cx="1622022" cy="6490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9DF2C84-A614-435A-B254-31903BEEC56F}"/>
                </a:ext>
              </a:extLst>
            </p:cNvPr>
            <p:cNvSpPr/>
            <p:nvPr/>
          </p:nvSpPr>
          <p:spPr>
            <a:xfrm>
              <a:off x="1384685" y="4787880"/>
              <a:ext cx="1126076" cy="3290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16AF6F1-E0F9-4BA4-9D43-42D9FD70A4B9}"/>
                </a:ext>
              </a:extLst>
            </p:cNvPr>
            <p:cNvSpPr/>
            <p:nvPr/>
          </p:nvSpPr>
          <p:spPr>
            <a:xfrm>
              <a:off x="1136712" y="5206335"/>
              <a:ext cx="1622022" cy="230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E71DF3B-0C37-4ADA-A55E-9FBC0628A636}"/>
              </a:ext>
            </a:extLst>
          </p:cNvPr>
          <p:cNvGrpSpPr/>
          <p:nvPr/>
        </p:nvGrpSpPr>
        <p:grpSpPr>
          <a:xfrm>
            <a:off x="6914870" y="5537341"/>
            <a:ext cx="1622022" cy="649071"/>
            <a:chOff x="1136712" y="4787880"/>
            <a:chExt cx="1622022" cy="64907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9103BA-5067-46F0-ACB2-4381FD3E3648}"/>
                </a:ext>
              </a:extLst>
            </p:cNvPr>
            <p:cNvSpPr/>
            <p:nvPr/>
          </p:nvSpPr>
          <p:spPr>
            <a:xfrm>
              <a:off x="1384685" y="4787880"/>
              <a:ext cx="1126076" cy="3290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28AC5E6-1168-4037-B6E0-6797038643BE}"/>
                </a:ext>
              </a:extLst>
            </p:cNvPr>
            <p:cNvSpPr/>
            <p:nvPr/>
          </p:nvSpPr>
          <p:spPr>
            <a:xfrm>
              <a:off x="1136712" y="5206335"/>
              <a:ext cx="1622022" cy="230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2C03381-BC70-4FB5-A6C5-6FEA2AAB9A09}"/>
              </a:ext>
            </a:extLst>
          </p:cNvPr>
          <p:cNvGrpSpPr/>
          <p:nvPr/>
        </p:nvGrpSpPr>
        <p:grpSpPr>
          <a:xfrm>
            <a:off x="9423457" y="3535341"/>
            <a:ext cx="1622022" cy="649071"/>
            <a:chOff x="1136712" y="4787880"/>
            <a:chExt cx="1622022" cy="649071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560B96F-6C68-4378-BE8D-82DB7A5F9FAF}"/>
                </a:ext>
              </a:extLst>
            </p:cNvPr>
            <p:cNvSpPr/>
            <p:nvPr/>
          </p:nvSpPr>
          <p:spPr>
            <a:xfrm>
              <a:off x="1384685" y="4787880"/>
              <a:ext cx="1126076" cy="3290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CED0101-E5B7-4037-85C1-B7A83A26E380}"/>
                </a:ext>
              </a:extLst>
            </p:cNvPr>
            <p:cNvSpPr/>
            <p:nvPr/>
          </p:nvSpPr>
          <p:spPr>
            <a:xfrm>
              <a:off x="1136712" y="5206335"/>
              <a:ext cx="1622022" cy="230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9F5D73FB-F430-4AAB-BCF7-FFE631100515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484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065C0228-E964-492D-9C55-8D47FBC15907}"/>
              </a:ext>
            </a:extLst>
          </p:cNvPr>
          <p:cNvSpPr/>
          <p:nvPr/>
        </p:nvSpPr>
        <p:spPr>
          <a:xfrm>
            <a:off x="0" y="2"/>
            <a:ext cx="6439852" cy="6857999"/>
          </a:xfrm>
          <a:custGeom>
            <a:avLst/>
            <a:gdLst>
              <a:gd name="connsiteX0" fmla="*/ 0 w 6439852"/>
              <a:gd name="connsiteY0" fmla="*/ 0 h 6857999"/>
              <a:gd name="connsiteX1" fmla="*/ 5119635 w 6439852"/>
              <a:gd name="connsiteY1" fmla="*/ 0 h 6857999"/>
              <a:gd name="connsiteX2" fmla="*/ 5272032 w 6439852"/>
              <a:gd name="connsiteY2" fmla="*/ 175934 h 6857999"/>
              <a:gd name="connsiteX3" fmla="*/ 6439852 w 6439852"/>
              <a:gd name="connsiteY3" fmla="*/ 3428999 h 6857999"/>
              <a:gd name="connsiteX4" fmla="*/ 5272032 w 6439852"/>
              <a:gd name="connsiteY4" fmla="*/ 6682065 h 6857999"/>
              <a:gd name="connsiteX5" fmla="*/ 5119634 w 6439852"/>
              <a:gd name="connsiteY5" fmla="*/ 6857999 h 6857999"/>
              <a:gd name="connsiteX6" fmla="*/ 0 w 6439852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9852" h="6857999">
                <a:moveTo>
                  <a:pt x="0" y="0"/>
                </a:moveTo>
                <a:lnTo>
                  <a:pt x="5119635" y="0"/>
                </a:lnTo>
                <a:lnTo>
                  <a:pt x="5272032" y="175934"/>
                </a:lnTo>
                <a:cubicBezTo>
                  <a:pt x="6001594" y="1059958"/>
                  <a:pt x="6439852" y="2193298"/>
                  <a:pt x="6439852" y="3428999"/>
                </a:cubicBezTo>
                <a:cubicBezTo>
                  <a:pt x="6439852" y="4664700"/>
                  <a:pt x="6001594" y="5798040"/>
                  <a:pt x="5272032" y="6682065"/>
                </a:cubicBezTo>
                <a:lnTo>
                  <a:pt x="5119634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E2E1FEAB-D361-4BF6-B569-3C82D30DCAF6}"/>
              </a:ext>
            </a:extLst>
          </p:cNvPr>
          <p:cNvSpPr/>
          <p:nvPr/>
        </p:nvSpPr>
        <p:spPr>
          <a:xfrm>
            <a:off x="1005840" y="3013619"/>
            <a:ext cx="5395070" cy="3844380"/>
          </a:xfrm>
          <a:custGeom>
            <a:avLst/>
            <a:gdLst>
              <a:gd name="connsiteX0" fmla="*/ 4597120 w 5395070"/>
              <a:gd name="connsiteY0" fmla="*/ 0 h 3844380"/>
              <a:gd name="connsiteX1" fmla="*/ 5395070 w 5395070"/>
              <a:gd name="connsiteY1" fmla="*/ 1036945 h 3844380"/>
              <a:gd name="connsiteX2" fmla="*/ 5375086 w 5395070"/>
              <a:gd name="connsiteY2" fmla="*/ 1194214 h 3844380"/>
              <a:gd name="connsiteX3" fmla="*/ 4266192 w 5395070"/>
              <a:gd name="connsiteY3" fmla="*/ 3668447 h 3844380"/>
              <a:gd name="connsiteX4" fmla="*/ 4113794 w 5395070"/>
              <a:gd name="connsiteY4" fmla="*/ 3844380 h 3844380"/>
              <a:gd name="connsiteX5" fmla="*/ 2407102 w 5395070"/>
              <a:gd name="connsiteY5" fmla="*/ 3844380 h 3844380"/>
              <a:gd name="connsiteX6" fmla="*/ 1638788 w 5395070"/>
              <a:gd name="connsiteY6" fmla="*/ 3844380 h 3844380"/>
              <a:gd name="connsiteX7" fmla="*/ 0 w 5395070"/>
              <a:gd name="connsiteY7" fmla="*/ 3844380 h 3844380"/>
              <a:gd name="connsiteX8" fmla="*/ 1203552 w 5395070"/>
              <a:gd name="connsiteY8" fmla="*/ 2280355 h 3844380"/>
              <a:gd name="connsiteX9" fmla="*/ 2022946 w 5395070"/>
              <a:gd name="connsiteY9" fmla="*/ 3345164 h 384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95070" h="3844380">
                <a:moveTo>
                  <a:pt x="4597120" y="0"/>
                </a:moveTo>
                <a:lnTo>
                  <a:pt x="5395070" y="1036945"/>
                </a:lnTo>
                <a:lnTo>
                  <a:pt x="5375086" y="1194214"/>
                </a:lnTo>
                <a:cubicBezTo>
                  <a:pt x="5232811" y="2125351"/>
                  <a:pt x="4839419" y="2973856"/>
                  <a:pt x="4266192" y="3668447"/>
                </a:cubicBezTo>
                <a:lnTo>
                  <a:pt x="4113794" y="3844380"/>
                </a:lnTo>
                <a:lnTo>
                  <a:pt x="2407102" y="3844380"/>
                </a:lnTo>
                <a:lnTo>
                  <a:pt x="1638788" y="3844380"/>
                </a:lnTo>
                <a:lnTo>
                  <a:pt x="0" y="3844380"/>
                </a:lnTo>
                <a:lnTo>
                  <a:pt x="1203552" y="2280355"/>
                </a:lnTo>
                <a:lnTo>
                  <a:pt x="2022946" y="334516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62D949F3-54C1-40E1-A7FF-4CF059CEC34B}"/>
              </a:ext>
            </a:extLst>
          </p:cNvPr>
          <p:cNvSpPr/>
          <p:nvPr/>
        </p:nvSpPr>
        <p:spPr>
          <a:xfrm>
            <a:off x="1174807" y="937757"/>
            <a:ext cx="1781922" cy="2075860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4610F6D-DDC0-4374-A629-85C5D73117A8}"/>
              </a:ext>
            </a:extLst>
          </p:cNvPr>
          <p:cNvSpPr/>
          <p:nvPr/>
        </p:nvSpPr>
        <p:spPr>
          <a:xfrm>
            <a:off x="6028827" y="2400565"/>
            <a:ext cx="687705" cy="68770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44450">
                <a:noFill/>
              </a:ln>
              <a:blipFill>
                <a:blip r:embed="rId2"/>
                <a:tile tx="0" ty="0" sx="100000" sy="100000" flip="none" algn="tl"/>
              </a:blip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7E5A43E-1004-4AAF-819F-BACBB6B8725B}"/>
              </a:ext>
            </a:extLst>
          </p:cNvPr>
          <p:cNvSpPr/>
          <p:nvPr/>
        </p:nvSpPr>
        <p:spPr>
          <a:xfrm>
            <a:off x="6028827" y="3759920"/>
            <a:ext cx="687705" cy="68770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44450">
                <a:noFill/>
              </a:ln>
              <a:blipFill>
                <a:blip r:embed="rId2"/>
                <a:tile tx="0" ty="0" sx="100000" sy="100000" flip="none" algn="tl"/>
              </a:blip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C90A99-EE76-4CB7-A617-1F6D5214A601}"/>
              </a:ext>
            </a:extLst>
          </p:cNvPr>
          <p:cNvSpPr/>
          <p:nvPr/>
        </p:nvSpPr>
        <p:spPr>
          <a:xfrm>
            <a:off x="5607896" y="5119276"/>
            <a:ext cx="687705" cy="68770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44450">
                <a:noFill/>
              </a:ln>
              <a:blipFill>
                <a:blip r:embed="rId2"/>
                <a:tile tx="0" ty="0" sx="100000" sy="100000" flip="none" algn="tl"/>
              </a:blip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9413F7-1B40-47DA-9D51-4216449850CB}"/>
              </a:ext>
            </a:extLst>
          </p:cNvPr>
          <p:cNvGrpSpPr/>
          <p:nvPr/>
        </p:nvGrpSpPr>
        <p:grpSpPr>
          <a:xfrm>
            <a:off x="5607896" y="996485"/>
            <a:ext cx="5162507" cy="777154"/>
            <a:chOff x="5607896" y="996485"/>
            <a:chExt cx="5162507" cy="777154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8F844F2-6708-4318-AB79-CC6DF0B3D6AC}"/>
                </a:ext>
              </a:extLst>
            </p:cNvPr>
            <p:cNvSpPr/>
            <p:nvPr/>
          </p:nvSpPr>
          <p:spPr>
            <a:xfrm>
              <a:off x="5607896" y="1041210"/>
              <a:ext cx="687705" cy="687705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699C371-55F0-4E39-BBDC-7A07146D60C1}"/>
                </a:ext>
              </a:extLst>
            </p:cNvPr>
            <p:cNvGrpSpPr/>
            <p:nvPr/>
          </p:nvGrpSpPr>
          <p:grpSpPr>
            <a:xfrm>
              <a:off x="6569877" y="996485"/>
              <a:ext cx="4200526" cy="777154"/>
              <a:chOff x="6716532" y="1010730"/>
              <a:chExt cx="4200526" cy="777154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63083DCD-08B3-4537-B684-12ED13983C41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216F6AB-B2BA-4737-8339-CF5A10BCD6B0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4AA0761-A48C-4B08-A792-0F1100174D93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3E77179-DF82-4985-8045-C470327167D6}"/>
              </a:ext>
            </a:extLst>
          </p:cNvPr>
          <p:cNvGrpSpPr/>
          <p:nvPr/>
        </p:nvGrpSpPr>
        <p:grpSpPr>
          <a:xfrm>
            <a:off x="7039666" y="2355840"/>
            <a:ext cx="4200526" cy="777154"/>
            <a:chOff x="6716532" y="1010730"/>
            <a:chExt cx="4200526" cy="77715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40032C9-E83E-42FF-954A-C5683EC9D562}"/>
                </a:ext>
              </a:extLst>
            </p:cNvPr>
            <p:cNvSpPr/>
            <p:nvPr/>
          </p:nvSpPr>
          <p:spPr>
            <a:xfrm>
              <a:off x="6716532" y="1468227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37801D7-1B88-4DFC-B2CE-CEAC25F12D61}"/>
                </a:ext>
              </a:extLst>
            </p:cNvPr>
            <p:cNvSpPr/>
            <p:nvPr/>
          </p:nvSpPr>
          <p:spPr>
            <a:xfrm>
              <a:off x="6716532" y="1010730"/>
              <a:ext cx="2623044" cy="3867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614FB4F-0613-4B71-B350-61A4C73AD4B8}"/>
                </a:ext>
              </a:extLst>
            </p:cNvPr>
            <p:cNvSpPr/>
            <p:nvPr/>
          </p:nvSpPr>
          <p:spPr>
            <a:xfrm>
              <a:off x="6716532" y="1669943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E48CBE1-2974-485A-9A35-792B93AFB788}"/>
              </a:ext>
            </a:extLst>
          </p:cNvPr>
          <p:cNvGrpSpPr/>
          <p:nvPr/>
        </p:nvGrpSpPr>
        <p:grpSpPr>
          <a:xfrm>
            <a:off x="7039666" y="3715195"/>
            <a:ext cx="4200526" cy="777154"/>
            <a:chOff x="6716532" y="1010730"/>
            <a:chExt cx="4200526" cy="77715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C2651F9-1D7A-43FB-8DDE-D4B842467CBB}"/>
                </a:ext>
              </a:extLst>
            </p:cNvPr>
            <p:cNvSpPr/>
            <p:nvPr/>
          </p:nvSpPr>
          <p:spPr>
            <a:xfrm>
              <a:off x="6716532" y="1468227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A5B2651-E4A6-4347-8940-2E16A908DBE1}"/>
                </a:ext>
              </a:extLst>
            </p:cNvPr>
            <p:cNvSpPr/>
            <p:nvPr/>
          </p:nvSpPr>
          <p:spPr>
            <a:xfrm>
              <a:off x="6716532" y="1010730"/>
              <a:ext cx="2623044" cy="3867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6815163-0428-41C1-B5B7-0214155C8262}"/>
                </a:ext>
              </a:extLst>
            </p:cNvPr>
            <p:cNvSpPr/>
            <p:nvPr/>
          </p:nvSpPr>
          <p:spPr>
            <a:xfrm>
              <a:off x="6716532" y="1669943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0D0FEE9-7B20-4219-8AAE-9B074C75D133}"/>
              </a:ext>
            </a:extLst>
          </p:cNvPr>
          <p:cNvGrpSpPr/>
          <p:nvPr/>
        </p:nvGrpSpPr>
        <p:grpSpPr>
          <a:xfrm>
            <a:off x="6569877" y="5074603"/>
            <a:ext cx="4200526" cy="777154"/>
            <a:chOff x="6716532" y="1010730"/>
            <a:chExt cx="4200526" cy="777154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AF8420F-6AB5-47D2-9090-7689E4529BE0}"/>
                </a:ext>
              </a:extLst>
            </p:cNvPr>
            <p:cNvSpPr/>
            <p:nvPr/>
          </p:nvSpPr>
          <p:spPr>
            <a:xfrm>
              <a:off x="6716532" y="1468227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3EE977A-7FD9-46BB-BD17-5987FCE2FFE8}"/>
                </a:ext>
              </a:extLst>
            </p:cNvPr>
            <p:cNvSpPr/>
            <p:nvPr/>
          </p:nvSpPr>
          <p:spPr>
            <a:xfrm>
              <a:off x="6716532" y="1010730"/>
              <a:ext cx="2623044" cy="3867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1B32EB4-1A7F-4CC7-9E43-57E5CDC39B5A}"/>
                </a:ext>
              </a:extLst>
            </p:cNvPr>
            <p:cNvSpPr/>
            <p:nvPr/>
          </p:nvSpPr>
          <p:spPr>
            <a:xfrm>
              <a:off x="6716532" y="1669943"/>
              <a:ext cx="4200526" cy="1179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2341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椭圆 37">
            <a:extLst>
              <a:ext uri="{FF2B5EF4-FFF2-40B4-BE49-F238E27FC236}">
                <a16:creationId xmlns:a16="http://schemas.microsoft.com/office/drawing/2014/main" id="{43F76F19-2DC3-45A3-9750-143B82CAD95C}"/>
              </a:ext>
            </a:extLst>
          </p:cNvPr>
          <p:cNvSpPr/>
          <p:nvPr/>
        </p:nvSpPr>
        <p:spPr>
          <a:xfrm>
            <a:off x="3815826" y="1002398"/>
            <a:ext cx="4577232" cy="4551419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12000">
                <a:schemeClr val="accent1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8A128B-52D6-4083-BA73-22380646D26A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EAC63371-D8C3-4C5A-94C0-3204DD65518B}"/>
              </a:ext>
            </a:extLst>
          </p:cNvPr>
          <p:cNvSpPr/>
          <p:nvPr/>
        </p:nvSpPr>
        <p:spPr>
          <a:xfrm rot="21075889">
            <a:off x="1210403" y="1848588"/>
            <a:ext cx="9828579" cy="3156686"/>
          </a:xfrm>
          <a:prstGeom prst="arc">
            <a:avLst>
              <a:gd name="adj1" fmla="val 19423901"/>
              <a:gd name="adj2" fmla="val 12943440"/>
            </a:avLst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39420A8-0983-4212-B475-E64E17785472}"/>
              </a:ext>
            </a:extLst>
          </p:cNvPr>
          <p:cNvSpPr/>
          <p:nvPr/>
        </p:nvSpPr>
        <p:spPr>
          <a:xfrm>
            <a:off x="1316565" y="4332843"/>
            <a:ext cx="219468" cy="2194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FE53EC9-29C3-4674-BDCB-E8CE1BEBA6B3}"/>
              </a:ext>
            </a:extLst>
          </p:cNvPr>
          <p:cNvSpPr/>
          <p:nvPr/>
        </p:nvSpPr>
        <p:spPr>
          <a:xfrm>
            <a:off x="3516228" y="5026867"/>
            <a:ext cx="219468" cy="2194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CD59EF0-72D6-4E8F-8F05-42D0F6E4441B}"/>
              </a:ext>
            </a:extLst>
          </p:cNvPr>
          <p:cNvSpPr/>
          <p:nvPr/>
        </p:nvSpPr>
        <p:spPr>
          <a:xfrm>
            <a:off x="6022496" y="4905505"/>
            <a:ext cx="219468" cy="2194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75E9858-0C44-4483-A95F-33CA252467CE}"/>
              </a:ext>
            </a:extLst>
          </p:cNvPr>
          <p:cNvSpPr/>
          <p:nvPr/>
        </p:nvSpPr>
        <p:spPr>
          <a:xfrm>
            <a:off x="8528764" y="4323159"/>
            <a:ext cx="219468" cy="2194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D56003E-DC1F-469A-992D-B0DF449A1889}"/>
              </a:ext>
            </a:extLst>
          </p:cNvPr>
          <p:cNvSpPr/>
          <p:nvPr/>
        </p:nvSpPr>
        <p:spPr>
          <a:xfrm>
            <a:off x="10598321" y="3227126"/>
            <a:ext cx="219468" cy="2194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29" name="弧形 28">
            <a:extLst>
              <a:ext uri="{FF2B5EF4-FFF2-40B4-BE49-F238E27FC236}">
                <a16:creationId xmlns:a16="http://schemas.microsoft.com/office/drawing/2014/main" id="{54558450-15F4-49E5-9F74-2F77D660356E}"/>
              </a:ext>
            </a:extLst>
          </p:cNvPr>
          <p:cNvSpPr/>
          <p:nvPr/>
        </p:nvSpPr>
        <p:spPr>
          <a:xfrm rot="21075889">
            <a:off x="2514625" y="1979289"/>
            <a:ext cx="7225335" cy="2256052"/>
          </a:xfrm>
          <a:prstGeom prst="arc">
            <a:avLst>
              <a:gd name="adj1" fmla="val 19957392"/>
              <a:gd name="adj2" fmla="val 12135342"/>
            </a:avLst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37" name="图形 36">
            <a:extLst>
              <a:ext uri="{FF2B5EF4-FFF2-40B4-BE49-F238E27FC236}">
                <a16:creationId xmlns:a16="http://schemas.microsoft.com/office/drawing/2014/main" id="{B092899A-44F7-4DD7-BEF2-31F633B30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4041" y="1821651"/>
            <a:ext cx="1743918" cy="1743918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3A2F5CBF-A196-454C-B332-E222422314F4}"/>
              </a:ext>
            </a:extLst>
          </p:cNvPr>
          <p:cNvSpPr/>
          <p:nvPr/>
        </p:nvSpPr>
        <p:spPr>
          <a:xfrm>
            <a:off x="863261" y="4652125"/>
            <a:ext cx="1126076" cy="3290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58CB32-3847-4E7D-A2CB-14380BADF7F3}"/>
              </a:ext>
            </a:extLst>
          </p:cNvPr>
          <p:cNvSpPr/>
          <p:nvPr/>
        </p:nvSpPr>
        <p:spPr>
          <a:xfrm>
            <a:off x="3062924" y="5346149"/>
            <a:ext cx="1126076" cy="3290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5CA62BE-6AD0-41B3-84E3-8CFEB00A42FC}"/>
              </a:ext>
            </a:extLst>
          </p:cNvPr>
          <p:cNvSpPr/>
          <p:nvPr/>
        </p:nvSpPr>
        <p:spPr>
          <a:xfrm>
            <a:off x="5569192" y="5224787"/>
            <a:ext cx="1126076" cy="3290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622BA2-E015-47AE-9B4A-A619922759F1}"/>
              </a:ext>
            </a:extLst>
          </p:cNvPr>
          <p:cNvSpPr/>
          <p:nvPr/>
        </p:nvSpPr>
        <p:spPr>
          <a:xfrm>
            <a:off x="8075460" y="4642441"/>
            <a:ext cx="1126076" cy="3290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624EAEF-B133-4D80-8EAB-6141144D01DA}"/>
              </a:ext>
            </a:extLst>
          </p:cNvPr>
          <p:cNvSpPr/>
          <p:nvPr/>
        </p:nvSpPr>
        <p:spPr>
          <a:xfrm>
            <a:off x="10145017" y="3546408"/>
            <a:ext cx="1126076" cy="3290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C89AE4E-F64A-43D2-BA0C-9E5B494ADC1D}"/>
              </a:ext>
            </a:extLst>
          </p:cNvPr>
          <p:cNvSpPr/>
          <p:nvPr/>
        </p:nvSpPr>
        <p:spPr>
          <a:xfrm>
            <a:off x="615288" y="5070580"/>
            <a:ext cx="1622022" cy="230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5BE7C9-AF12-476F-B741-E0345904BD8F}"/>
              </a:ext>
            </a:extLst>
          </p:cNvPr>
          <p:cNvSpPr/>
          <p:nvPr/>
        </p:nvSpPr>
        <p:spPr>
          <a:xfrm>
            <a:off x="2814951" y="5764604"/>
            <a:ext cx="1622022" cy="230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928287B-A2FA-4CD0-B152-4AD890331BE2}"/>
              </a:ext>
            </a:extLst>
          </p:cNvPr>
          <p:cNvSpPr/>
          <p:nvPr/>
        </p:nvSpPr>
        <p:spPr>
          <a:xfrm>
            <a:off x="5321219" y="5643242"/>
            <a:ext cx="1622022" cy="230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46B447A-D564-49B6-9DA6-1883D8C9DA32}"/>
              </a:ext>
            </a:extLst>
          </p:cNvPr>
          <p:cNvSpPr/>
          <p:nvPr/>
        </p:nvSpPr>
        <p:spPr>
          <a:xfrm>
            <a:off x="7827487" y="5060896"/>
            <a:ext cx="1622022" cy="230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59EB93E-6166-47AE-A6F2-9B8BC6E2526F}"/>
              </a:ext>
            </a:extLst>
          </p:cNvPr>
          <p:cNvSpPr/>
          <p:nvPr/>
        </p:nvSpPr>
        <p:spPr>
          <a:xfrm>
            <a:off x="9897044" y="3964863"/>
            <a:ext cx="1622022" cy="230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29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6468B34-C715-4719-AD25-F2CF9E7345D9}"/>
              </a:ext>
            </a:extLst>
          </p:cNvPr>
          <p:cNvGrpSpPr/>
          <p:nvPr/>
        </p:nvGrpSpPr>
        <p:grpSpPr>
          <a:xfrm>
            <a:off x="-2250829" y="-1732510"/>
            <a:ext cx="16693660" cy="10323022"/>
            <a:chOff x="-2923877" y="-2004285"/>
            <a:chExt cx="18045458" cy="11158946"/>
          </a:xfrm>
          <a:solidFill>
            <a:schemeClr val="bg1">
              <a:lumMod val="95000"/>
            </a:schemeClr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E4D0E9B-72BD-4D18-9E72-82D7C86EB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7223" y="-2003415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C4248F52-2BAD-445D-8556-E571B9A15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596" y="-2003415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7440D0-8AE5-4F31-8086-7E28FBB1F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972" y="-2003415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6793FF1-8851-452D-9B8D-91E539BED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9705" y="-2004285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7EDCF60-BC6F-4428-9C60-60376681D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18272" y="-2003415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6955869-ACD2-4B01-910E-E9DC96C17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59" y="603722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7D83E6B-99B3-4C8E-9EC5-01E902B65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532" y="602852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15CB62A-85D0-4209-8B10-BA15B81A3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923877" y="603722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1808099-4EBE-495A-A2E4-8EEB296D3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776" y="603722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0425E5A-CC53-4F7F-A4B6-4586A7A7A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9705" y="3209989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640402-7EEE-42E6-AEA6-496FDD3A5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18272" y="3211294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CB63A97-5D64-492C-9977-A233F6ED8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59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EC8ECA9-287D-4907-A9BE-2BE623B85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532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EB87536-323B-4E5C-B38F-E5EDD670A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923877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E50CB096-ACB5-43CA-85B4-16B863653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776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EB0DDE7F-AB98-4EEB-BF33-C28BD6FBD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5908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6F37A31-C720-4BEC-AB3D-9990E22C7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283" y="5817127"/>
              <a:ext cx="2942805" cy="3337534"/>
            </a:xfrm>
            <a:custGeom>
              <a:avLst/>
              <a:gdLst>
                <a:gd name="T0" fmla="*/ 589 w 1178"/>
                <a:gd name="T1" fmla="*/ 1336 h 1336"/>
                <a:gd name="T2" fmla="*/ 547 w 1178"/>
                <a:gd name="T3" fmla="*/ 1324 h 1336"/>
                <a:gd name="T4" fmla="*/ 42 w 1178"/>
                <a:gd name="T5" fmla="*/ 1032 h 1336"/>
                <a:gd name="T6" fmla="*/ 0 w 1178"/>
                <a:gd name="T7" fmla="*/ 959 h 1336"/>
                <a:gd name="T8" fmla="*/ 0 w 1178"/>
                <a:gd name="T9" fmla="*/ 376 h 1336"/>
                <a:gd name="T10" fmla="*/ 42 w 1178"/>
                <a:gd name="T11" fmla="*/ 303 h 1336"/>
                <a:gd name="T12" fmla="*/ 547 w 1178"/>
                <a:gd name="T13" fmla="*/ 11 h 1336"/>
                <a:gd name="T14" fmla="*/ 589 w 1178"/>
                <a:gd name="T15" fmla="*/ 0 h 1336"/>
                <a:gd name="T16" fmla="*/ 631 w 1178"/>
                <a:gd name="T17" fmla="*/ 11 h 1336"/>
                <a:gd name="T18" fmla="*/ 1136 w 1178"/>
                <a:gd name="T19" fmla="*/ 303 h 1336"/>
                <a:gd name="T20" fmla="*/ 1178 w 1178"/>
                <a:gd name="T21" fmla="*/ 376 h 1336"/>
                <a:gd name="T22" fmla="*/ 1178 w 1178"/>
                <a:gd name="T23" fmla="*/ 959 h 1336"/>
                <a:gd name="T24" fmla="*/ 1136 w 1178"/>
                <a:gd name="T25" fmla="*/ 1032 h 1336"/>
                <a:gd name="T26" fmla="*/ 631 w 1178"/>
                <a:gd name="T27" fmla="*/ 1324 h 1336"/>
                <a:gd name="T28" fmla="*/ 589 w 1178"/>
                <a:gd name="T29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8" h="1336">
                  <a:moveTo>
                    <a:pt x="589" y="1336"/>
                  </a:moveTo>
                  <a:cubicBezTo>
                    <a:pt x="574" y="1336"/>
                    <a:pt x="560" y="1332"/>
                    <a:pt x="547" y="1324"/>
                  </a:cubicBezTo>
                  <a:cubicBezTo>
                    <a:pt x="42" y="1032"/>
                    <a:pt x="42" y="1032"/>
                    <a:pt x="42" y="1032"/>
                  </a:cubicBezTo>
                  <a:cubicBezTo>
                    <a:pt x="16" y="1017"/>
                    <a:pt x="0" y="989"/>
                    <a:pt x="0" y="959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46"/>
                    <a:pt x="16" y="318"/>
                    <a:pt x="42" y="303"/>
                  </a:cubicBezTo>
                  <a:cubicBezTo>
                    <a:pt x="547" y="11"/>
                    <a:pt x="547" y="11"/>
                    <a:pt x="547" y="11"/>
                  </a:cubicBezTo>
                  <a:cubicBezTo>
                    <a:pt x="560" y="4"/>
                    <a:pt x="574" y="0"/>
                    <a:pt x="589" y="0"/>
                  </a:cubicBezTo>
                  <a:cubicBezTo>
                    <a:pt x="604" y="0"/>
                    <a:pt x="618" y="4"/>
                    <a:pt x="631" y="11"/>
                  </a:cubicBezTo>
                  <a:cubicBezTo>
                    <a:pt x="1136" y="303"/>
                    <a:pt x="1136" y="303"/>
                    <a:pt x="1136" y="303"/>
                  </a:cubicBezTo>
                  <a:cubicBezTo>
                    <a:pt x="1162" y="318"/>
                    <a:pt x="1178" y="346"/>
                    <a:pt x="1178" y="376"/>
                  </a:cubicBezTo>
                  <a:cubicBezTo>
                    <a:pt x="1178" y="959"/>
                    <a:pt x="1178" y="959"/>
                    <a:pt x="1178" y="959"/>
                  </a:cubicBezTo>
                  <a:cubicBezTo>
                    <a:pt x="1178" y="989"/>
                    <a:pt x="1162" y="1017"/>
                    <a:pt x="1136" y="1032"/>
                  </a:cubicBezTo>
                  <a:cubicBezTo>
                    <a:pt x="631" y="1324"/>
                    <a:pt x="631" y="1324"/>
                    <a:pt x="631" y="1324"/>
                  </a:cubicBezTo>
                  <a:cubicBezTo>
                    <a:pt x="618" y="1332"/>
                    <a:pt x="604" y="1336"/>
                    <a:pt x="589" y="13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9A7F05F2-991A-435B-B0EE-BBE5E9F79F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94B8ECA2-A291-4202-A248-E5CED25BB054}"/>
              </a:ext>
            </a:extLst>
          </p:cNvPr>
          <p:cNvSpPr>
            <a:spLocks/>
          </p:cNvSpPr>
          <p:nvPr/>
        </p:nvSpPr>
        <p:spPr bwMode="auto">
          <a:xfrm>
            <a:off x="6130281" y="680130"/>
            <a:ext cx="2722358" cy="3087518"/>
          </a:xfrm>
          <a:custGeom>
            <a:avLst/>
            <a:gdLst>
              <a:gd name="T0" fmla="*/ 589 w 1178"/>
              <a:gd name="T1" fmla="*/ 1336 h 1336"/>
              <a:gd name="T2" fmla="*/ 547 w 1178"/>
              <a:gd name="T3" fmla="*/ 1324 h 1336"/>
              <a:gd name="T4" fmla="*/ 42 w 1178"/>
              <a:gd name="T5" fmla="*/ 1032 h 1336"/>
              <a:gd name="T6" fmla="*/ 0 w 1178"/>
              <a:gd name="T7" fmla="*/ 959 h 1336"/>
              <a:gd name="T8" fmla="*/ 0 w 1178"/>
              <a:gd name="T9" fmla="*/ 376 h 1336"/>
              <a:gd name="T10" fmla="*/ 42 w 1178"/>
              <a:gd name="T11" fmla="*/ 303 h 1336"/>
              <a:gd name="T12" fmla="*/ 547 w 1178"/>
              <a:gd name="T13" fmla="*/ 11 h 1336"/>
              <a:gd name="T14" fmla="*/ 589 w 1178"/>
              <a:gd name="T15" fmla="*/ 0 h 1336"/>
              <a:gd name="T16" fmla="*/ 631 w 1178"/>
              <a:gd name="T17" fmla="*/ 11 h 1336"/>
              <a:gd name="T18" fmla="*/ 1136 w 1178"/>
              <a:gd name="T19" fmla="*/ 303 h 1336"/>
              <a:gd name="T20" fmla="*/ 1178 w 1178"/>
              <a:gd name="T21" fmla="*/ 376 h 1336"/>
              <a:gd name="T22" fmla="*/ 1178 w 1178"/>
              <a:gd name="T23" fmla="*/ 959 h 1336"/>
              <a:gd name="T24" fmla="*/ 1136 w 1178"/>
              <a:gd name="T25" fmla="*/ 1032 h 1336"/>
              <a:gd name="T26" fmla="*/ 631 w 1178"/>
              <a:gd name="T27" fmla="*/ 1324 h 1336"/>
              <a:gd name="T28" fmla="*/ 589 w 1178"/>
              <a:gd name="T29" fmla="*/ 1336 h 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8" h="1336">
                <a:moveTo>
                  <a:pt x="589" y="1336"/>
                </a:moveTo>
                <a:cubicBezTo>
                  <a:pt x="574" y="1336"/>
                  <a:pt x="560" y="1332"/>
                  <a:pt x="547" y="1324"/>
                </a:cubicBezTo>
                <a:cubicBezTo>
                  <a:pt x="42" y="1032"/>
                  <a:pt x="42" y="1032"/>
                  <a:pt x="42" y="1032"/>
                </a:cubicBezTo>
                <a:cubicBezTo>
                  <a:pt x="16" y="1017"/>
                  <a:pt x="0" y="989"/>
                  <a:pt x="0" y="959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46"/>
                  <a:pt x="16" y="318"/>
                  <a:pt x="42" y="303"/>
                </a:cubicBezTo>
                <a:cubicBezTo>
                  <a:pt x="547" y="11"/>
                  <a:pt x="547" y="11"/>
                  <a:pt x="547" y="11"/>
                </a:cubicBezTo>
                <a:cubicBezTo>
                  <a:pt x="560" y="4"/>
                  <a:pt x="574" y="0"/>
                  <a:pt x="589" y="0"/>
                </a:cubicBezTo>
                <a:cubicBezTo>
                  <a:pt x="604" y="0"/>
                  <a:pt x="618" y="4"/>
                  <a:pt x="631" y="11"/>
                </a:cubicBezTo>
                <a:cubicBezTo>
                  <a:pt x="1136" y="303"/>
                  <a:pt x="1136" y="303"/>
                  <a:pt x="1136" y="303"/>
                </a:cubicBezTo>
                <a:cubicBezTo>
                  <a:pt x="1162" y="318"/>
                  <a:pt x="1178" y="346"/>
                  <a:pt x="1178" y="376"/>
                </a:cubicBezTo>
                <a:cubicBezTo>
                  <a:pt x="1178" y="959"/>
                  <a:pt x="1178" y="959"/>
                  <a:pt x="1178" y="959"/>
                </a:cubicBezTo>
                <a:cubicBezTo>
                  <a:pt x="1178" y="989"/>
                  <a:pt x="1162" y="1017"/>
                  <a:pt x="1136" y="1032"/>
                </a:cubicBezTo>
                <a:cubicBezTo>
                  <a:pt x="631" y="1324"/>
                  <a:pt x="631" y="1324"/>
                  <a:pt x="631" y="1324"/>
                </a:cubicBezTo>
                <a:cubicBezTo>
                  <a:pt x="618" y="1332"/>
                  <a:pt x="604" y="1336"/>
                  <a:pt x="589" y="13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00C545C2-F93C-4AB8-801B-3EBDECF499A2}"/>
              </a:ext>
            </a:extLst>
          </p:cNvPr>
          <p:cNvSpPr>
            <a:spLocks/>
          </p:cNvSpPr>
          <p:nvPr/>
        </p:nvSpPr>
        <p:spPr bwMode="auto">
          <a:xfrm>
            <a:off x="7528382" y="3092367"/>
            <a:ext cx="2722358" cy="3087518"/>
          </a:xfrm>
          <a:custGeom>
            <a:avLst/>
            <a:gdLst>
              <a:gd name="T0" fmla="*/ 589 w 1178"/>
              <a:gd name="T1" fmla="*/ 1336 h 1336"/>
              <a:gd name="T2" fmla="*/ 547 w 1178"/>
              <a:gd name="T3" fmla="*/ 1324 h 1336"/>
              <a:gd name="T4" fmla="*/ 42 w 1178"/>
              <a:gd name="T5" fmla="*/ 1032 h 1336"/>
              <a:gd name="T6" fmla="*/ 0 w 1178"/>
              <a:gd name="T7" fmla="*/ 959 h 1336"/>
              <a:gd name="T8" fmla="*/ 0 w 1178"/>
              <a:gd name="T9" fmla="*/ 376 h 1336"/>
              <a:gd name="T10" fmla="*/ 42 w 1178"/>
              <a:gd name="T11" fmla="*/ 303 h 1336"/>
              <a:gd name="T12" fmla="*/ 547 w 1178"/>
              <a:gd name="T13" fmla="*/ 11 h 1336"/>
              <a:gd name="T14" fmla="*/ 589 w 1178"/>
              <a:gd name="T15" fmla="*/ 0 h 1336"/>
              <a:gd name="T16" fmla="*/ 631 w 1178"/>
              <a:gd name="T17" fmla="*/ 11 h 1336"/>
              <a:gd name="T18" fmla="*/ 1136 w 1178"/>
              <a:gd name="T19" fmla="*/ 303 h 1336"/>
              <a:gd name="T20" fmla="*/ 1178 w 1178"/>
              <a:gd name="T21" fmla="*/ 376 h 1336"/>
              <a:gd name="T22" fmla="*/ 1178 w 1178"/>
              <a:gd name="T23" fmla="*/ 959 h 1336"/>
              <a:gd name="T24" fmla="*/ 1136 w 1178"/>
              <a:gd name="T25" fmla="*/ 1032 h 1336"/>
              <a:gd name="T26" fmla="*/ 631 w 1178"/>
              <a:gd name="T27" fmla="*/ 1324 h 1336"/>
              <a:gd name="T28" fmla="*/ 589 w 1178"/>
              <a:gd name="T29" fmla="*/ 1336 h 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8" h="1336">
                <a:moveTo>
                  <a:pt x="589" y="1336"/>
                </a:moveTo>
                <a:cubicBezTo>
                  <a:pt x="574" y="1336"/>
                  <a:pt x="560" y="1332"/>
                  <a:pt x="547" y="1324"/>
                </a:cubicBezTo>
                <a:cubicBezTo>
                  <a:pt x="42" y="1032"/>
                  <a:pt x="42" y="1032"/>
                  <a:pt x="42" y="1032"/>
                </a:cubicBezTo>
                <a:cubicBezTo>
                  <a:pt x="16" y="1017"/>
                  <a:pt x="0" y="989"/>
                  <a:pt x="0" y="959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46"/>
                  <a:pt x="16" y="318"/>
                  <a:pt x="42" y="303"/>
                </a:cubicBezTo>
                <a:cubicBezTo>
                  <a:pt x="547" y="11"/>
                  <a:pt x="547" y="11"/>
                  <a:pt x="547" y="11"/>
                </a:cubicBezTo>
                <a:cubicBezTo>
                  <a:pt x="560" y="4"/>
                  <a:pt x="574" y="0"/>
                  <a:pt x="589" y="0"/>
                </a:cubicBezTo>
                <a:cubicBezTo>
                  <a:pt x="604" y="0"/>
                  <a:pt x="618" y="4"/>
                  <a:pt x="631" y="11"/>
                </a:cubicBezTo>
                <a:cubicBezTo>
                  <a:pt x="1136" y="303"/>
                  <a:pt x="1136" y="303"/>
                  <a:pt x="1136" y="303"/>
                </a:cubicBezTo>
                <a:cubicBezTo>
                  <a:pt x="1162" y="318"/>
                  <a:pt x="1178" y="346"/>
                  <a:pt x="1178" y="376"/>
                </a:cubicBezTo>
                <a:cubicBezTo>
                  <a:pt x="1178" y="959"/>
                  <a:pt x="1178" y="959"/>
                  <a:pt x="1178" y="959"/>
                </a:cubicBezTo>
                <a:cubicBezTo>
                  <a:pt x="1178" y="989"/>
                  <a:pt x="1162" y="1017"/>
                  <a:pt x="1136" y="1032"/>
                </a:cubicBezTo>
                <a:cubicBezTo>
                  <a:pt x="631" y="1324"/>
                  <a:pt x="631" y="1324"/>
                  <a:pt x="631" y="1324"/>
                </a:cubicBezTo>
                <a:cubicBezTo>
                  <a:pt x="618" y="1332"/>
                  <a:pt x="604" y="1336"/>
                  <a:pt x="589" y="13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418D6C69-FB37-4705-89F8-F2043DC714AE}"/>
              </a:ext>
            </a:extLst>
          </p:cNvPr>
          <p:cNvSpPr>
            <a:spLocks/>
          </p:cNvSpPr>
          <p:nvPr/>
        </p:nvSpPr>
        <p:spPr bwMode="auto">
          <a:xfrm>
            <a:off x="1935986" y="3092367"/>
            <a:ext cx="2722358" cy="3087518"/>
          </a:xfrm>
          <a:custGeom>
            <a:avLst/>
            <a:gdLst>
              <a:gd name="T0" fmla="*/ 589 w 1178"/>
              <a:gd name="T1" fmla="*/ 1336 h 1336"/>
              <a:gd name="T2" fmla="*/ 547 w 1178"/>
              <a:gd name="T3" fmla="*/ 1324 h 1336"/>
              <a:gd name="T4" fmla="*/ 42 w 1178"/>
              <a:gd name="T5" fmla="*/ 1032 h 1336"/>
              <a:gd name="T6" fmla="*/ 0 w 1178"/>
              <a:gd name="T7" fmla="*/ 959 h 1336"/>
              <a:gd name="T8" fmla="*/ 0 w 1178"/>
              <a:gd name="T9" fmla="*/ 376 h 1336"/>
              <a:gd name="T10" fmla="*/ 42 w 1178"/>
              <a:gd name="T11" fmla="*/ 303 h 1336"/>
              <a:gd name="T12" fmla="*/ 547 w 1178"/>
              <a:gd name="T13" fmla="*/ 11 h 1336"/>
              <a:gd name="T14" fmla="*/ 589 w 1178"/>
              <a:gd name="T15" fmla="*/ 0 h 1336"/>
              <a:gd name="T16" fmla="*/ 631 w 1178"/>
              <a:gd name="T17" fmla="*/ 11 h 1336"/>
              <a:gd name="T18" fmla="*/ 1136 w 1178"/>
              <a:gd name="T19" fmla="*/ 303 h 1336"/>
              <a:gd name="T20" fmla="*/ 1178 w 1178"/>
              <a:gd name="T21" fmla="*/ 376 h 1336"/>
              <a:gd name="T22" fmla="*/ 1178 w 1178"/>
              <a:gd name="T23" fmla="*/ 959 h 1336"/>
              <a:gd name="T24" fmla="*/ 1136 w 1178"/>
              <a:gd name="T25" fmla="*/ 1032 h 1336"/>
              <a:gd name="T26" fmla="*/ 631 w 1178"/>
              <a:gd name="T27" fmla="*/ 1324 h 1336"/>
              <a:gd name="T28" fmla="*/ 589 w 1178"/>
              <a:gd name="T29" fmla="*/ 1336 h 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8" h="1336">
                <a:moveTo>
                  <a:pt x="589" y="1336"/>
                </a:moveTo>
                <a:cubicBezTo>
                  <a:pt x="574" y="1336"/>
                  <a:pt x="560" y="1332"/>
                  <a:pt x="547" y="1324"/>
                </a:cubicBezTo>
                <a:cubicBezTo>
                  <a:pt x="42" y="1032"/>
                  <a:pt x="42" y="1032"/>
                  <a:pt x="42" y="1032"/>
                </a:cubicBezTo>
                <a:cubicBezTo>
                  <a:pt x="16" y="1017"/>
                  <a:pt x="0" y="989"/>
                  <a:pt x="0" y="959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46"/>
                  <a:pt x="16" y="318"/>
                  <a:pt x="42" y="303"/>
                </a:cubicBezTo>
                <a:cubicBezTo>
                  <a:pt x="547" y="11"/>
                  <a:pt x="547" y="11"/>
                  <a:pt x="547" y="11"/>
                </a:cubicBezTo>
                <a:cubicBezTo>
                  <a:pt x="560" y="4"/>
                  <a:pt x="574" y="0"/>
                  <a:pt x="589" y="0"/>
                </a:cubicBezTo>
                <a:cubicBezTo>
                  <a:pt x="604" y="0"/>
                  <a:pt x="618" y="4"/>
                  <a:pt x="631" y="11"/>
                </a:cubicBezTo>
                <a:cubicBezTo>
                  <a:pt x="1136" y="303"/>
                  <a:pt x="1136" y="303"/>
                  <a:pt x="1136" y="303"/>
                </a:cubicBezTo>
                <a:cubicBezTo>
                  <a:pt x="1162" y="318"/>
                  <a:pt x="1178" y="346"/>
                  <a:pt x="1178" y="376"/>
                </a:cubicBezTo>
                <a:cubicBezTo>
                  <a:pt x="1178" y="959"/>
                  <a:pt x="1178" y="959"/>
                  <a:pt x="1178" y="959"/>
                </a:cubicBezTo>
                <a:cubicBezTo>
                  <a:pt x="1178" y="989"/>
                  <a:pt x="1162" y="1017"/>
                  <a:pt x="1136" y="1032"/>
                </a:cubicBezTo>
                <a:cubicBezTo>
                  <a:pt x="631" y="1324"/>
                  <a:pt x="631" y="1324"/>
                  <a:pt x="631" y="1324"/>
                </a:cubicBezTo>
                <a:cubicBezTo>
                  <a:pt x="618" y="1332"/>
                  <a:pt x="604" y="1336"/>
                  <a:pt x="589" y="13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BA577F99-C897-44C4-9698-FEF9F0C8F03A}"/>
              </a:ext>
            </a:extLst>
          </p:cNvPr>
          <p:cNvSpPr>
            <a:spLocks/>
          </p:cNvSpPr>
          <p:nvPr/>
        </p:nvSpPr>
        <p:spPr bwMode="auto">
          <a:xfrm>
            <a:off x="4732183" y="3092367"/>
            <a:ext cx="2722358" cy="3087518"/>
          </a:xfrm>
          <a:custGeom>
            <a:avLst/>
            <a:gdLst>
              <a:gd name="T0" fmla="*/ 589 w 1178"/>
              <a:gd name="T1" fmla="*/ 1336 h 1336"/>
              <a:gd name="T2" fmla="*/ 547 w 1178"/>
              <a:gd name="T3" fmla="*/ 1324 h 1336"/>
              <a:gd name="T4" fmla="*/ 42 w 1178"/>
              <a:gd name="T5" fmla="*/ 1032 h 1336"/>
              <a:gd name="T6" fmla="*/ 0 w 1178"/>
              <a:gd name="T7" fmla="*/ 959 h 1336"/>
              <a:gd name="T8" fmla="*/ 0 w 1178"/>
              <a:gd name="T9" fmla="*/ 376 h 1336"/>
              <a:gd name="T10" fmla="*/ 42 w 1178"/>
              <a:gd name="T11" fmla="*/ 303 h 1336"/>
              <a:gd name="T12" fmla="*/ 547 w 1178"/>
              <a:gd name="T13" fmla="*/ 11 h 1336"/>
              <a:gd name="T14" fmla="*/ 589 w 1178"/>
              <a:gd name="T15" fmla="*/ 0 h 1336"/>
              <a:gd name="T16" fmla="*/ 631 w 1178"/>
              <a:gd name="T17" fmla="*/ 11 h 1336"/>
              <a:gd name="T18" fmla="*/ 1136 w 1178"/>
              <a:gd name="T19" fmla="*/ 303 h 1336"/>
              <a:gd name="T20" fmla="*/ 1178 w 1178"/>
              <a:gd name="T21" fmla="*/ 376 h 1336"/>
              <a:gd name="T22" fmla="*/ 1178 w 1178"/>
              <a:gd name="T23" fmla="*/ 959 h 1336"/>
              <a:gd name="T24" fmla="*/ 1136 w 1178"/>
              <a:gd name="T25" fmla="*/ 1032 h 1336"/>
              <a:gd name="T26" fmla="*/ 631 w 1178"/>
              <a:gd name="T27" fmla="*/ 1324 h 1336"/>
              <a:gd name="T28" fmla="*/ 589 w 1178"/>
              <a:gd name="T29" fmla="*/ 1336 h 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8" h="1336">
                <a:moveTo>
                  <a:pt x="589" y="1336"/>
                </a:moveTo>
                <a:cubicBezTo>
                  <a:pt x="574" y="1336"/>
                  <a:pt x="560" y="1332"/>
                  <a:pt x="547" y="1324"/>
                </a:cubicBezTo>
                <a:cubicBezTo>
                  <a:pt x="42" y="1032"/>
                  <a:pt x="42" y="1032"/>
                  <a:pt x="42" y="1032"/>
                </a:cubicBezTo>
                <a:cubicBezTo>
                  <a:pt x="16" y="1017"/>
                  <a:pt x="0" y="989"/>
                  <a:pt x="0" y="959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46"/>
                  <a:pt x="16" y="318"/>
                  <a:pt x="42" y="303"/>
                </a:cubicBezTo>
                <a:cubicBezTo>
                  <a:pt x="547" y="11"/>
                  <a:pt x="547" y="11"/>
                  <a:pt x="547" y="11"/>
                </a:cubicBezTo>
                <a:cubicBezTo>
                  <a:pt x="560" y="4"/>
                  <a:pt x="574" y="0"/>
                  <a:pt x="589" y="0"/>
                </a:cubicBezTo>
                <a:cubicBezTo>
                  <a:pt x="604" y="0"/>
                  <a:pt x="618" y="4"/>
                  <a:pt x="631" y="11"/>
                </a:cubicBezTo>
                <a:cubicBezTo>
                  <a:pt x="1136" y="303"/>
                  <a:pt x="1136" y="303"/>
                  <a:pt x="1136" y="303"/>
                </a:cubicBezTo>
                <a:cubicBezTo>
                  <a:pt x="1162" y="318"/>
                  <a:pt x="1178" y="346"/>
                  <a:pt x="1178" y="376"/>
                </a:cubicBezTo>
                <a:cubicBezTo>
                  <a:pt x="1178" y="959"/>
                  <a:pt x="1178" y="959"/>
                  <a:pt x="1178" y="959"/>
                </a:cubicBezTo>
                <a:cubicBezTo>
                  <a:pt x="1178" y="989"/>
                  <a:pt x="1162" y="1017"/>
                  <a:pt x="1136" y="1032"/>
                </a:cubicBezTo>
                <a:cubicBezTo>
                  <a:pt x="631" y="1324"/>
                  <a:pt x="631" y="1324"/>
                  <a:pt x="631" y="1324"/>
                </a:cubicBezTo>
                <a:cubicBezTo>
                  <a:pt x="618" y="1332"/>
                  <a:pt x="604" y="1336"/>
                  <a:pt x="589" y="13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8B366BF-3734-42E0-B0CE-E251AAC71393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2FF6CE0D-93A7-48EC-A1BF-045E10C2352A}"/>
              </a:ext>
            </a:extLst>
          </p:cNvPr>
          <p:cNvSpPr>
            <a:spLocks/>
          </p:cNvSpPr>
          <p:nvPr/>
        </p:nvSpPr>
        <p:spPr bwMode="auto">
          <a:xfrm>
            <a:off x="3334084" y="680130"/>
            <a:ext cx="2722358" cy="3087518"/>
          </a:xfrm>
          <a:custGeom>
            <a:avLst/>
            <a:gdLst>
              <a:gd name="T0" fmla="*/ 589 w 1178"/>
              <a:gd name="T1" fmla="*/ 1336 h 1336"/>
              <a:gd name="T2" fmla="*/ 547 w 1178"/>
              <a:gd name="T3" fmla="*/ 1324 h 1336"/>
              <a:gd name="T4" fmla="*/ 42 w 1178"/>
              <a:gd name="T5" fmla="*/ 1032 h 1336"/>
              <a:gd name="T6" fmla="*/ 0 w 1178"/>
              <a:gd name="T7" fmla="*/ 959 h 1336"/>
              <a:gd name="T8" fmla="*/ 0 w 1178"/>
              <a:gd name="T9" fmla="*/ 376 h 1336"/>
              <a:gd name="T10" fmla="*/ 42 w 1178"/>
              <a:gd name="T11" fmla="*/ 303 h 1336"/>
              <a:gd name="T12" fmla="*/ 547 w 1178"/>
              <a:gd name="T13" fmla="*/ 11 h 1336"/>
              <a:gd name="T14" fmla="*/ 589 w 1178"/>
              <a:gd name="T15" fmla="*/ 0 h 1336"/>
              <a:gd name="T16" fmla="*/ 631 w 1178"/>
              <a:gd name="T17" fmla="*/ 11 h 1336"/>
              <a:gd name="T18" fmla="*/ 1136 w 1178"/>
              <a:gd name="T19" fmla="*/ 303 h 1336"/>
              <a:gd name="T20" fmla="*/ 1178 w 1178"/>
              <a:gd name="T21" fmla="*/ 376 h 1336"/>
              <a:gd name="T22" fmla="*/ 1178 w 1178"/>
              <a:gd name="T23" fmla="*/ 959 h 1336"/>
              <a:gd name="T24" fmla="*/ 1136 w 1178"/>
              <a:gd name="T25" fmla="*/ 1032 h 1336"/>
              <a:gd name="T26" fmla="*/ 631 w 1178"/>
              <a:gd name="T27" fmla="*/ 1324 h 1336"/>
              <a:gd name="T28" fmla="*/ 589 w 1178"/>
              <a:gd name="T29" fmla="*/ 1336 h 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8" h="1336">
                <a:moveTo>
                  <a:pt x="589" y="1336"/>
                </a:moveTo>
                <a:cubicBezTo>
                  <a:pt x="574" y="1336"/>
                  <a:pt x="560" y="1332"/>
                  <a:pt x="547" y="1324"/>
                </a:cubicBezTo>
                <a:cubicBezTo>
                  <a:pt x="42" y="1032"/>
                  <a:pt x="42" y="1032"/>
                  <a:pt x="42" y="1032"/>
                </a:cubicBezTo>
                <a:cubicBezTo>
                  <a:pt x="16" y="1017"/>
                  <a:pt x="0" y="989"/>
                  <a:pt x="0" y="959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46"/>
                  <a:pt x="16" y="318"/>
                  <a:pt x="42" y="303"/>
                </a:cubicBezTo>
                <a:cubicBezTo>
                  <a:pt x="547" y="11"/>
                  <a:pt x="547" y="11"/>
                  <a:pt x="547" y="11"/>
                </a:cubicBezTo>
                <a:cubicBezTo>
                  <a:pt x="560" y="4"/>
                  <a:pt x="574" y="0"/>
                  <a:pt x="589" y="0"/>
                </a:cubicBezTo>
                <a:cubicBezTo>
                  <a:pt x="604" y="0"/>
                  <a:pt x="618" y="4"/>
                  <a:pt x="631" y="11"/>
                </a:cubicBezTo>
                <a:cubicBezTo>
                  <a:pt x="1136" y="303"/>
                  <a:pt x="1136" y="303"/>
                  <a:pt x="1136" y="303"/>
                </a:cubicBezTo>
                <a:cubicBezTo>
                  <a:pt x="1162" y="318"/>
                  <a:pt x="1178" y="346"/>
                  <a:pt x="1178" y="376"/>
                </a:cubicBezTo>
                <a:cubicBezTo>
                  <a:pt x="1178" y="959"/>
                  <a:pt x="1178" y="959"/>
                  <a:pt x="1178" y="959"/>
                </a:cubicBezTo>
                <a:cubicBezTo>
                  <a:pt x="1178" y="989"/>
                  <a:pt x="1162" y="1017"/>
                  <a:pt x="1136" y="1032"/>
                </a:cubicBezTo>
                <a:cubicBezTo>
                  <a:pt x="631" y="1324"/>
                  <a:pt x="631" y="1324"/>
                  <a:pt x="631" y="1324"/>
                </a:cubicBezTo>
                <a:cubicBezTo>
                  <a:pt x="618" y="1332"/>
                  <a:pt x="604" y="1336"/>
                  <a:pt x="589" y="13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858E757-2982-49E0-90FE-FC3D6D5F88C1}"/>
              </a:ext>
            </a:extLst>
          </p:cNvPr>
          <p:cNvGrpSpPr/>
          <p:nvPr/>
        </p:nvGrpSpPr>
        <p:grpSpPr>
          <a:xfrm>
            <a:off x="3800404" y="1445742"/>
            <a:ext cx="1789718" cy="1556295"/>
            <a:chOff x="3800404" y="1445742"/>
            <a:chExt cx="1789718" cy="155629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35E9438-3D2B-4A15-90D9-BC88B4C0659D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0E3579AB-0F5E-4DA6-9FE0-DCA96642E873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FED0640-E0CB-4506-9680-A4BC44F4C746}"/>
                </a:ext>
              </a:extLst>
            </p:cNvPr>
            <p:cNvSpPr/>
            <p:nvPr/>
          </p:nvSpPr>
          <p:spPr>
            <a:xfrm>
              <a:off x="3800404" y="2382652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A319EA7-DC7C-4FB0-9B21-A4D990BFC08F}"/>
                </a:ext>
              </a:extLst>
            </p:cNvPr>
            <p:cNvSpPr/>
            <p:nvPr/>
          </p:nvSpPr>
          <p:spPr>
            <a:xfrm>
              <a:off x="3803411" y="2716021"/>
              <a:ext cx="178370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D6E5FCA-7F10-403F-9AC7-6D21851806A8}"/>
              </a:ext>
            </a:extLst>
          </p:cNvPr>
          <p:cNvGrpSpPr/>
          <p:nvPr/>
        </p:nvGrpSpPr>
        <p:grpSpPr>
          <a:xfrm>
            <a:off x="6596601" y="1445742"/>
            <a:ext cx="1789718" cy="1556295"/>
            <a:chOff x="3800404" y="1445742"/>
            <a:chExt cx="1789718" cy="1556295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E339743-3965-41D8-BE3C-21D058FA2662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B6135830-E869-40F6-AF62-E8E896C7E4E6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E983593-B91F-44A1-9688-24FE2086BED1}"/>
                </a:ext>
              </a:extLst>
            </p:cNvPr>
            <p:cNvSpPr/>
            <p:nvPr/>
          </p:nvSpPr>
          <p:spPr>
            <a:xfrm>
              <a:off x="3800404" y="2382652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F6990069-2966-4F32-8F50-CDE9FCEA8177}"/>
                </a:ext>
              </a:extLst>
            </p:cNvPr>
            <p:cNvSpPr/>
            <p:nvPr/>
          </p:nvSpPr>
          <p:spPr>
            <a:xfrm>
              <a:off x="3803411" y="2716021"/>
              <a:ext cx="178370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6EFC68FD-3EFA-44FC-BFC4-C03E043D29BB}"/>
              </a:ext>
            </a:extLst>
          </p:cNvPr>
          <p:cNvGrpSpPr/>
          <p:nvPr/>
        </p:nvGrpSpPr>
        <p:grpSpPr>
          <a:xfrm>
            <a:off x="2402306" y="3857979"/>
            <a:ext cx="1789718" cy="1556295"/>
            <a:chOff x="3800404" y="1445742"/>
            <a:chExt cx="1789718" cy="1556295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A4712CF-372A-4379-8E4F-C7BA4E107D58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4A36127C-20AE-4F0B-8497-1C9008F57FC3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ED61851-4274-4E27-9E66-5B49FEF36B5B}"/>
                </a:ext>
              </a:extLst>
            </p:cNvPr>
            <p:cNvSpPr/>
            <p:nvPr/>
          </p:nvSpPr>
          <p:spPr>
            <a:xfrm>
              <a:off x="3800404" y="2382652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DA40EC3E-A50B-4634-A5F6-8D7892EDC8E1}"/>
                </a:ext>
              </a:extLst>
            </p:cNvPr>
            <p:cNvSpPr/>
            <p:nvPr/>
          </p:nvSpPr>
          <p:spPr>
            <a:xfrm>
              <a:off x="3803411" y="2716021"/>
              <a:ext cx="178370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3387D5A-479E-41EC-8B75-E0D303473B9C}"/>
              </a:ext>
            </a:extLst>
          </p:cNvPr>
          <p:cNvGrpSpPr/>
          <p:nvPr/>
        </p:nvGrpSpPr>
        <p:grpSpPr>
          <a:xfrm>
            <a:off x="5198503" y="3857979"/>
            <a:ext cx="1789718" cy="1556295"/>
            <a:chOff x="3800404" y="1445742"/>
            <a:chExt cx="1789718" cy="1556295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8DB731C-340A-48E9-9ABC-6019B766950B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50B895D-C9AE-434C-93A6-D400BC061744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1390CD7E-F847-4C17-8745-30EADBB241A1}"/>
                </a:ext>
              </a:extLst>
            </p:cNvPr>
            <p:cNvSpPr/>
            <p:nvPr/>
          </p:nvSpPr>
          <p:spPr>
            <a:xfrm>
              <a:off x="3800404" y="2382652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E010C80D-347D-4B9B-A4E4-F42CA69ABC0A}"/>
                </a:ext>
              </a:extLst>
            </p:cNvPr>
            <p:cNvSpPr/>
            <p:nvPr/>
          </p:nvSpPr>
          <p:spPr>
            <a:xfrm>
              <a:off x="3803411" y="2716021"/>
              <a:ext cx="178370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DCC381C-D2C0-48F8-A8F2-854960475036}"/>
              </a:ext>
            </a:extLst>
          </p:cNvPr>
          <p:cNvGrpSpPr/>
          <p:nvPr/>
        </p:nvGrpSpPr>
        <p:grpSpPr>
          <a:xfrm>
            <a:off x="7994702" y="3857979"/>
            <a:ext cx="1789718" cy="1556295"/>
            <a:chOff x="3800404" y="1445742"/>
            <a:chExt cx="1789718" cy="1556295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E2DCD94-BF41-418F-B874-724521F17028}"/>
                </a:ext>
              </a:extLst>
            </p:cNvPr>
            <p:cNvSpPr/>
            <p:nvPr/>
          </p:nvSpPr>
          <p:spPr>
            <a:xfrm>
              <a:off x="3800404" y="1445742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C56584D6-4C00-4CD6-AAF7-46892C423F6A}"/>
                </a:ext>
              </a:extLst>
            </p:cNvPr>
            <p:cNvSpPr/>
            <p:nvPr/>
          </p:nvSpPr>
          <p:spPr>
            <a:xfrm>
              <a:off x="3800404" y="2049284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DD903835-E2B4-43AA-8F84-C3539E854D12}"/>
                </a:ext>
              </a:extLst>
            </p:cNvPr>
            <p:cNvSpPr/>
            <p:nvPr/>
          </p:nvSpPr>
          <p:spPr>
            <a:xfrm>
              <a:off x="3800404" y="2382652"/>
              <a:ext cx="1789718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CE5384A6-B3A8-44D0-A7BB-4AE68388A811}"/>
                </a:ext>
              </a:extLst>
            </p:cNvPr>
            <p:cNvSpPr/>
            <p:nvPr/>
          </p:nvSpPr>
          <p:spPr>
            <a:xfrm>
              <a:off x="3803411" y="2716021"/>
              <a:ext cx="1783706" cy="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6285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2150F20-ACF1-4812-B581-A2ACA43766D2}"/>
              </a:ext>
            </a:extLst>
          </p:cNvPr>
          <p:cNvSpPr/>
          <p:nvPr/>
        </p:nvSpPr>
        <p:spPr>
          <a:xfrm>
            <a:off x="3490763" y="3602867"/>
            <a:ext cx="5210476" cy="521046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7E21D4-BFBE-414C-9FA4-D0296A204A2B}"/>
              </a:ext>
            </a:extLst>
          </p:cNvPr>
          <p:cNvSpPr/>
          <p:nvPr/>
        </p:nvSpPr>
        <p:spPr>
          <a:xfrm>
            <a:off x="1103995" y="1216103"/>
            <a:ext cx="9984012" cy="9983994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D059CAC-52F9-42A6-B12E-634BCDB64CD5}"/>
              </a:ext>
            </a:extLst>
          </p:cNvPr>
          <p:cNvSpPr/>
          <p:nvPr/>
        </p:nvSpPr>
        <p:spPr>
          <a:xfrm>
            <a:off x="2992188" y="1262501"/>
            <a:ext cx="1258356" cy="1258354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95AD819-C4A7-4E24-8BE8-09FC733F22A6}"/>
              </a:ext>
            </a:extLst>
          </p:cNvPr>
          <p:cNvSpPr/>
          <p:nvPr/>
        </p:nvSpPr>
        <p:spPr>
          <a:xfrm>
            <a:off x="1155943" y="3073400"/>
            <a:ext cx="1258356" cy="1258354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A2BDE14-30D0-45C3-A755-A8865C5FCE88}"/>
              </a:ext>
            </a:extLst>
          </p:cNvPr>
          <p:cNvSpPr/>
          <p:nvPr/>
        </p:nvSpPr>
        <p:spPr>
          <a:xfrm>
            <a:off x="7970332" y="1262501"/>
            <a:ext cx="1258356" cy="1258354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2" name="旁门左道PPT出品">
            <a:extLst>
              <a:ext uri="{FF2B5EF4-FFF2-40B4-BE49-F238E27FC236}">
                <a16:creationId xmlns:a16="http://schemas.microsoft.com/office/drawing/2014/main" id="{6095D128-EEC8-409B-83F2-404BCD38CCF3}"/>
              </a:ext>
            </a:extLst>
          </p:cNvPr>
          <p:cNvSpPr/>
          <p:nvPr/>
        </p:nvSpPr>
        <p:spPr>
          <a:xfrm>
            <a:off x="9781771" y="3073400"/>
            <a:ext cx="1258356" cy="1258354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757CCD5-1843-467A-9053-7CCCF82ADA9E}"/>
              </a:ext>
            </a:extLst>
          </p:cNvPr>
          <p:cNvSpPr/>
          <p:nvPr/>
        </p:nvSpPr>
        <p:spPr>
          <a:xfrm>
            <a:off x="5466822" y="599806"/>
            <a:ext cx="1258356" cy="1258354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8B981AF-0B44-49F7-BFF7-1EB564CF88DA}"/>
              </a:ext>
            </a:extLst>
          </p:cNvPr>
          <p:cNvSpPr/>
          <p:nvPr/>
        </p:nvSpPr>
        <p:spPr>
          <a:xfrm>
            <a:off x="3804717" y="3916819"/>
            <a:ext cx="4582567" cy="4582561"/>
          </a:xfrm>
          <a:prstGeom prst="ellipse">
            <a:avLst/>
          </a:prstGeom>
          <a:gradFill>
            <a:gsLst>
              <a:gs pos="17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  <a:gs pos="73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E6F982-52E2-4265-AB5F-372DB4F34DC7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6F16F86-DF4C-4F30-9187-5BCADB33A257}"/>
              </a:ext>
            </a:extLst>
          </p:cNvPr>
          <p:cNvGrpSpPr/>
          <p:nvPr/>
        </p:nvGrpSpPr>
        <p:grpSpPr>
          <a:xfrm>
            <a:off x="903981" y="4639513"/>
            <a:ext cx="1762279" cy="720655"/>
            <a:chOff x="1695041" y="4112605"/>
            <a:chExt cx="1762279" cy="54683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9D81B82-81CC-4FC5-80F9-879FF0847AD1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C3C9920-AF1D-46C6-84BF-E75754B35762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3129E4A-B70D-48D6-8D8B-359CE4EE3C0E}"/>
              </a:ext>
            </a:extLst>
          </p:cNvPr>
          <p:cNvGrpSpPr/>
          <p:nvPr/>
        </p:nvGrpSpPr>
        <p:grpSpPr>
          <a:xfrm>
            <a:off x="2740226" y="2828614"/>
            <a:ext cx="1762279" cy="720655"/>
            <a:chOff x="1695041" y="4112605"/>
            <a:chExt cx="1762279" cy="5468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613658E-FE0F-40F9-A52D-F31D9D85A1D0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559EDA-21EE-47A4-88CE-1C6461A0838D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AE572E1-45B8-456B-BF3E-23DB80C41151}"/>
              </a:ext>
            </a:extLst>
          </p:cNvPr>
          <p:cNvGrpSpPr/>
          <p:nvPr/>
        </p:nvGrpSpPr>
        <p:grpSpPr>
          <a:xfrm>
            <a:off x="7724879" y="2828614"/>
            <a:ext cx="1762279" cy="720655"/>
            <a:chOff x="1695041" y="4112605"/>
            <a:chExt cx="1762279" cy="54683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0388BF3-3593-46CB-935B-EF50C6D58233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1BCE57B-A601-4BB8-AE0D-9B3CA464F738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7A8B20-7EE5-4425-B1C9-D60326F21C38}"/>
              </a:ext>
            </a:extLst>
          </p:cNvPr>
          <p:cNvGrpSpPr/>
          <p:nvPr/>
        </p:nvGrpSpPr>
        <p:grpSpPr>
          <a:xfrm>
            <a:off x="9529809" y="4639513"/>
            <a:ext cx="1762279" cy="720655"/>
            <a:chOff x="1695041" y="4112605"/>
            <a:chExt cx="1762279" cy="54683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EC3BE5C-00A5-4842-93DF-689FA9E61CCE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D5FC6D3-46C9-419B-A9C1-88A618866984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284806-E5B5-4C92-9B13-7199022D57F0}"/>
              </a:ext>
            </a:extLst>
          </p:cNvPr>
          <p:cNvGrpSpPr/>
          <p:nvPr/>
        </p:nvGrpSpPr>
        <p:grpSpPr>
          <a:xfrm>
            <a:off x="5214861" y="2165919"/>
            <a:ext cx="1762279" cy="720655"/>
            <a:chOff x="1695041" y="4112605"/>
            <a:chExt cx="1762279" cy="546836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E9D1E89-C802-4512-9B3D-4555357488D8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E17BB87-74AE-45E9-901A-45888B2C232C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0290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2DAC3E75-E2A4-4622-A743-4B377FF47F62}"/>
              </a:ext>
            </a:extLst>
          </p:cNvPr>
          <p:cNvSpPr/>
          <p:nvPr/>
        </p:nvSpPr>
        <p:spPr>
          <a:xfrm>
            <a:off x="3344455" y="240026"/>
            <a:ext cx="5500672" cy="4978828"/>
          </a:xfrm>
          <a:custGeom>
            <a:avLst/>
            <a:gdLst>
              <a:gd name="connsiteX0" fmla="*/ 516731 w 2494978"/>
              <a:gd name="connsiteY0" fmla="*/ 0 h 2258282"/>
              <a:gd name="connsiteX1" fmla="*/ 0 w 2494978"/>
              <a:gd name="connsiteY1" fmla="*/ 1010793 h 2258282"/>
              <a:gd name="connsiteX2" fmla="*/ 1247489 w 2494978"/>
              <a:gd name="connsiteY2" fmla="*/ 2258282 h 2258282"/>
              <a:gd name="connsiteX3" fmla="*/ 2494979 w 2494978"/>
              <a:gd name="connsiteY3" fmla="*/ 1010793 h 2258282"/>
              <a:gd name="connsiteX4" fmla="*/ 1978247 w 2494978"/>
              <a:gd name="connsiteY4" fmla="*/ 0 h 225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4978" h="2258282">
                <a:moveTo>
                  <a:pt x="516731" y="0"/>
                </a:moveTo>
                <a:cubicBezTo>
                  <a:pt x="203740" y="226695"/>
                  <a:pt x="0" y="594836"/>
                  <a:pt x="0" y="1010793"/>
                </a:cubicBezTo>
                <a:cubicBezTo>
                  <a:pt x="0" y="1699736"/>
                  <a:pt x="558546" y="2258282"/>
                  <a:pt x="1247489" y="2258282"/>
                </a:cubicBezTo>
                <a:cubicBezTo>
                  <a:pt x="1936433" y="2258282"/>
                  <a:pt x="2494979" y="1699736"/>
                  <a:pt x="2494979" y="1010793"/>
                </a:cubicBezTo>
                <a:cubicBezTo>
                  <a:pt x="2494979" y="594836"/>
                  <a:pt x="2291144" y="226695"/>
                  <a:pt x="1978247" y="0"/>
                </a:cubicBezTo>
              </a:path>
            </a:pathLst>
          </a:custGeom>
          <a:noFill/>
          <a:ln w="15875" cap="flat">
            <a:solidFill>
              <a:schemeClr val="accent1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AFF94ED-D3F3-4A8C-AFCF-F660CD6D0DAA}"/>
              </a:ext>
            </a:extLst>
          </p:cNvPr>
          <p:cNvSpPr/>
          <p:nvPr/>
        </p:nvSpPr>
        <p:spPr>
          <a:xfrm>
            <a:off x="4035614" y="415517"/>
            <a:ext cx="4117786" cy="4117786"/>
          </a:xfrm>
          <a:custGeom>
            <a:avLst/>
            <a:gdLst>
              <a:gd name="connsiteX0" fmla="*/ 2008232 w 2008231"/>
              <a:gd name="connsiteY0" fmla="*/ 1004116 h 2008231"/>
              <a:gd name="connsiteX1" fmla="*/ 1004116 w 2008231"/>
              <a:gd name="connsiteY1" fmla="*/ 2008232 h 2008231"/>
              <a:gd name="connsiteX2" fmla="*/ 0 w 2008231"/>
              <a:gd name="connsiteY2" fmla="*/ 1004116 h 2008231"/>
              <a:gd name="connsiteX3" fmla="*/ 1004116 w 2008231"/>
              <a:gd name="connsiteY3" fmla="*/ 0 h 2008231"/>
              <a:gd name="connsiteX4" fmla="*/ 2008232 w 2008231"/>
              <a:gd name="connsiteY4" fmla="*/ 1004116 h 200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8231" h="2008231">
                <a:moveTo>
                  <a:pt x="2008232" y="1004116"/>
                </a:moveTo>
                <a:cubicBezTo>
                  <a:pt x="2008232" y="1558674"/>
                  <a:pt x="1558674" y="2008232"/>
                  <a:pt x="1004116" y="2008232"/>
                </a:cubicBezTo>
                <a:cubicBezTo>
                  <a:pt x="449558" y="2008232"/>
                  <a:pt x="0" y="1558674"/>
                  <a:pt x="0" y="1004116"/>
                </a:cubicBezTo>
                <a:cubicBezTo>
                  <a:pt x="0" y="449558"/>
                  <a:pt x="449558" y="0"/>
                  <a:pt x="1004116" y="0"/>
                </a:cubicBezTo>
                <a:cubicBezTo>
                  <a:pt x="1558674" y="0"/>
                  <a:pt x="2008232" y="449558"/>
                  <a:pt x="2008232" y="1004116"/>
                </a:cubicBezTo>
                <a:close/>
              </a:path>
            </a:pathLst>
          </a:custGeom>
          <a:noFill/>
          <a:ln w="30177" cap="flat">
            <a:solidFill>
              <a:schemeClr val="accent1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grpSp>
        <p:nvGrpSpPr>
          <p:cNvPr id="14" name="图形 16">
            <a:extLst>
              <a:ext uri="{FF2B5EF4-FFF2-40B4-BE49-F238E27FC236}">
                <a16:creationId xmlns:a16="http://schemas.microsoft.com/office/drawing/2014/main" id="{709477BE-B360-474D-909F-CE5BC066AE30}"/>
              </a:ext>
            </a:extLst>
          </p:cNvPr>
          <p:cNvGrpSpPr/>
          <p:nvPr/>
        </p:nvGrpSpPr>
        <p:grpSpPr>
          <a:xfrm>
            <a:off x="4254511" y="647701"/>
            <a:ext cx="3680374" cy="3388112"/>
            <a:chOff x="5274277" y="2501455"/>
            <a:chExt cx="1640871" cy="1510569"/>
          </a:xfrm>
          <a:noFill/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B5A613B-9C0E-4111-89C5-5FA303C5DD9C}"/>
                </a:ext>
              </a:extLst>
            </p:cNvPr>
            <p:cNvSpPr/>
            <p:nvPr/>
          </p:nvSpPr>
          <p:spPr>
            <a:xfrm>
              <a:off x="5274277" y="2501455"/>
              <a:ext cx="820483" cy="1308544"/>
            </a:xfrm>
            <a:custGeom>
              <a:avLst/>
              <a:gdLst>
                <a:gd name="connsiteX0" fmla="*/ 160877 w 820483"/>
                <a:gd name="connsiteY0" fmla="*/ 1308545 h 1308544"/>
                <a:gd name="connsiteX1" fmla="*/ 0 w 820483"/>
                <a:gd name="connsiteY1" fmla="*/ 820484 h 1308544"/>
                <a:gd name="connsiteX2" fmla="*/ 820483 w 820483"/>
                <a:gd name="connsiteY2" fmla="*/ 0 h 1308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0483" h="1308544">
                  <a:moveTo>
                    <a:pt x="160877" y="1308545"/>
                  </a:moveTo>
                  <a:cubicBezTo>
                    <a:pt x="59817" y="1172146"/>
                    <a:pt x="0" y="1003268"/>
                    <a:pt x="0" y="820484"/>
                  </a:cubicBezTo>
                  <a:cubicBezTo>
                    <a:pt x="0" y="367379"/>
                    <a:pt x="367284" y="0"/>
                    <a:pt x="820483" y="0"/>
                  </a:cubicBezTo>
                </a:path>
              </a:pathLst>
            </a:custGeom>
            <a:noFill/>
            <a:ln w="8479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41F248EC-B29F-4610-883E-8E0687CCF6F5}"/>
                </a:ext>
              </a:extLst>
            </p:cNvPr>
            <p:cNvSpPr/>
            <p:nvPr/>
          </p:nvSpPr>
          <p:spPr>
            <a:xfrm>
              <a:off x="6538626" y="2800064"/>
              <a:ext cx="376523" cy="1211961"/>
            </a:xfrm>
            <a:custGeom>
              <a:avLst/>
              <a:gdLst>
                <a:gd name="connsiteX0" fmla="*/ 189167 w 376523"/>
                <a:gd name="connsiteY0" fmla="*/ 0 h 1211961"/>
                <a:gd name="connsiteX1" fmla="*/ 376523 w 376523"/>
                <a:gd name="connsiteY1" fmla="*/ 521875 h 1211961"/>
                <a:gd name="connsiteX2" fmla="*/ 0 w 376523"/>
                <a:gd name="connsiteY2" fmla="*/ 1211961 h 121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523" h="1211961">
                  <a:moveTo>
                    <a:pt x="189167" y="0"/>
                  </a:moveTo>
                  <a:cubicBezTo>
                    <a:pt x="306229" y="141827"/>
                    <a:pt x="376523" y="323659"/>
                    <a:pt x="376523" y="521875"/>
                  </a:cubicBezTo>
                  <a:cubicBezTo>
                    <a:pt x="376523" y="811435"/>
                    <a:pt x="226504" y="1065943"/>
                    <a:pt x="0" y="1211961"/>
                  </a:cubicBezTo>
                </a:path>
              </a:pathLst>
            </a:custGeom>
            <a:noFill/>
            <a:ln w="8479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85B0E743-60AA-41C9-8E97-243083D5BDA0}"/>
              </a:ext>
            </a:extLst>
          </p:cNvPr>
          <p:cNvSpPr/>
          <p:nvPr/>
        </p:nvSpPr>
        <p:spPr>
          <a:xfrm>
            <a:off x="4419705" y="798117"/>
            <a:ext cx="3352590" cy="3352588"/>
          </a:xfrm>
          <a:prstGeom prst="ellipse">
            <a:avLst/>
          </a:prstGeom>
          <a:gradFill>
            <a:gsLst>
              <a:gs pos="17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  <a:gs pos="73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9B889C0-1B32-4BFD-A0BC-FC18B0FCCE4C}"/>
              </a:ext>
            </a:extLst>
          </p:cNvPr>
          <p:cNvSpPr/>
          <p:nvPr/>
        </p:nvSpPr>
        <p:spPr>
          <a:xfrm>
            <a:off x="5607050" y="4674479"/>
            <a:ext cx="977900" cy="9779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8E972BB-93C0-4025-8F97-25E1F75432CA}"/>
              </a:ext>
            </a:extLst>
          </p:cNvPr>
          <p:cNvSpPr/>
          <p:nvPr/>
        </p:nvSpPr>
        <p:spPr>
          <a:xfrm>
            <a:off x="3669174" y="3897073"/>
            <a:ext cx="977900" cy="9779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30B9758-944A-4624-BF9B-56DB1D03FA04}"/>
              </a:ext>
            </a:extLst>
          </p:cNvPr>
          <p:cNvSpPr/>
          <p:nvPr/>
        </p:nvSpPr>
        <p:spPr>
          <a:xfrm>
            <a:off x="7544927" y="3897073"/>
            <a:ext cx="977900" cy="9779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82BF353-FD0C-40F5-9A0E-8B021F04FA3D}"/>
              </a:ext>
            </a:extLst>
          </p:cNvPr>
          <p:cNvSpPr/>
          <p:nvPr/>
        </p:nvSpPr>
        <p:spPr>
          <a:xfrm>
            <a:off x="2848846" y="2045068"/>
            <a:ext cx="977900" cy="9779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E46742B-EE40-4D99-B29C-1C2196270FEB}"/>
              </a:ext>
            </a:extLst>
          </p:cNvPr>
          <p:cNvSpPr/>
          <p:nvPr/>
        </p:nvSpPr>
        <p:spPr>
          <a:xfrm>
            <a:off x="8365254" y="2045068"/>
            <a:ext cx="977900" cy="9779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01E776-7A0E-4EF1-A0D7-963240FA604C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73EE098-1FB6-4083-B7A2-4ED483DE6D05}"/>
              </a:ext>
            </a:extLst>
          </p:cNvPr>
          <p:cNvGrpSpPr/>
          <p:nvPr/>
        </p:nvGrpSpPr>
        <p:grpSpPr>
          <a:xfrm>
            <a:off x="5214861" y="5886330"/>
            <a:ext cx="1762279" cy="546836"/>
            <a:chOff x="4822671" y="5886330"/>
            <a:chExt cx="1762279" cy="546836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9925303-A8B2-49BA-8BC9-FC0F0410F509}"/>
                </a:ext>
              </a:extLst>
            </p:cNvPr>
            <p:cNvSpPr/>
            <p:nvPr/>
          </p:nvSpPr>
          <p:spPr>
            <a:xfrm>
              <a:off x="5110983" y="5886330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B075F2A-2CAA-4A03-83C2-306D07758B0F}"/>
                </a:ext>
              </a:extLst>
            </p:cNvPr>
            <p:cNvSpPr/>
            <p:nvPr/>
          </p:nvSpPr>
          <p:spPr>
            <a:xfrm>
              <a:off x="4822671" y="6274757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940856A-8C63-4297-8DF6-7F8BC12B6297}"/>
              </a:ext>
            </a:extLst>
          </p:cNvPr>
          <p:cNvGrpSpPr/>
          <p:nvPr/>
        </p:nvGrpSpPr>
        <p:grpSpPr>
          <a:xfrm>
            <a:off x="874713" y="2260600"/>
            <a:ext cx="1762279" cy="546836"/>
            <a:chOff x="874712" y="2142905"/>
            <a:chExt cx="1762279" cy="7822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2A3CFD5-0967-4C3A-BA93-FFDD6179358B}"/>
                </a:ext>
              </a:extLst>
            </p:cNvPr>
            <p:cNvSpPr/>
            <p:nvPr/>
          </p:nvSpPr>
          <p:spPr>
            <a:xfrm>
              <a:off x="1451337" y="2142905"/>
              <a:ext cx="1185654" cy="4122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066C1A0-187B-46BC-AF3D-4B7EEA07024A}"/>
                </a:ext>
              </a:extLst>
            </p:cNvPr>
            <p:cNvSpPr/>
            <p:nvPr/>
          </p:nvSpPr>
          <p:spPr>
            <a:xfrm>
              <a:off x="874712" y="2698533"/>
              <a:ext cx="1762279" cy="2265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F24EE19-AD4A-444E-9D3D-0CA16658B6F9}"/>
              </a:ext>
            </a:extLst>
          </p:cNvPr>
          <p:cNvGrpSpPr/>
          <p:nvPr/>
        </p:nvGrpSpPr>
        <p:grpSpPr>
          <a:xfrm>
            <a:off x="1695041" y="4112605"/>
            <a:ext cx="1762279" cy="546836"/>
            <a:chOff x="874712" y="2142905"/>
            <a:chExt cx="1762279" cy="78222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8FC51F6-D50E-4696-AFF1-A4D213BACEEE}"/>
                </a:ext>
              </a:extLst>
            </p:cNvPr>
            <p:cNvSpPr/>
            <p:nvPr/>
          </p:nvSpPr>
          <p:spPr>
            <a:xfrm>
              <a:off x="1451337" y="2142905"/>
              <a:ext cx="1185654" cy="4122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A3E4F49D-D157-469C-ABAE-A76A56DA6482}"/>
                </a:ext>
              </a:extLst>
            </p:cNvPr>
            <p:cNvSpPr/>
            <p:nvPr/>
          </p:nvSpPr>
          <p:spPr>
            <a:xfrm>
              <a:off x="874712" y="2698533"/>
              <a:ext cx="1762279" cy="2265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D9F6904-84E0-4A86-87B3-8FE13D686C25}"/>
              </a:ext>
            </a:extLst>
          </p:cNvPr>
          <p:cNvGrpSpPr/>
          <p:nvPr/>
        </p:nvGrpSpPr>
        <p:grpSpPr>
          <a:xfrm flipH="1">
            <a:off x="9561819" y="2260600"/>
            <a:ext cx="1762279" cy="546836"/>
            <a:chOff x="874712" y="2142905"/>
            <a:chExt cx="1762279" cy="782226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0FBA9F5-090D-422C-A631-38FAF11FC040}"/>
                </a:ext>
              </a:extLst>
            </p:cNvPr>
            <p:cNvSpPr/>
            <p:nvPr/>
          </p:nvSpPr>
          <p:spPr>
            <a:xfrm>
              <a:off x="1451337" y="2142905"/>
              <a:ext cx="1185654" cy="4122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E352F6B-D74E-4F81-97C7-C1456D9B1E0E}"/>
                </a:ext>
              </a:extLst>
            </p:cNvPr>
            <p:cNvSpPr/>
            <p:nvPr/>
          </p:nvSpPr>
          <p:spPr>
            <a:xfrm>
              <a:off x="874712" y="2698533"/>
              <a:ext cx="1762279" cy="2265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D9DCD5B-A376-4B7F-B813-D725A74FE3DD}"/>
              </a:ext>
            </a:extLst>
          </p:cNvPr>
          <p:cNvGrpSpPr/>
          <p:nvPr/>
        </p:nvGrpSpPr>
        <p:grpSpPr>
          <a:xfrm flipH="1">
            <a:off x="8741491" y="4112605"/>
            <a:ext cx="1762279" cy="546836"/>
            <a:chOff x="874712" y="2142905"/>
            <a:chExt cx="1762279" cy="782226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CDE13EC0-2CA5-43E0-9E2D-D124D7C31306}"/>
                </a:ext>
              </a:extLst>
            </p:cNvPr>
            <p:cNvSpPr/>
            <p:nvPr/>
          </p:nvSpPr>
          <p:spPr>
            <a:xfrm>
              <a:off x="1451337" y="2142905"/>
              <a:ext cx="1185654" cy="4122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84BAD9E-C0A9-409C-97FD-80EC97C66851}"/>
                </a:ext>
              </a:extLst>
            </p:cNvPr>
            <p:cNvSpPr/>
            <p:nvPr/>
          </p:nvSpPr>
          <p:spPr>
            <a:xfrm>
              <a:off x="874712" y="2698533"/>
              <a:ext cx="1762279" cy="2265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9842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D9F7156-3ABE-4064-84D1-D0B267BB22E1}"/>
              </a:ext>
            </a:extLst>
          </p:cNvPr>
          <p:cNvSpPr/>
          <p:nvPr/>
        </p:nvSpPr>
        <p:spPr>
          <a:xfrm>
            <a:off x="1745016" y="-587141"/>
            <a:ext cx="8701968" cy="8701960"/>
          </a:xfrm>
          <a:prstGeom prst="ellipse">
            <a:avLst/>
          </a:prstGeom>
          <a:noFill/>
          <a:ln>
            <a:gradFill flip="none" rotWithShape="1">
              <a:gsLst>
                <a:gs pos="46000">
                  <a:schemeClr val="accent1">
                    <a:lumMod val="40000"/>
                    <a:lumOff val="60000"/>
                  </a:schemeClr>
                </a:gs>
                <a:gs pos="10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F7F356B-29DC-405F-99D3-35D61C338AE7}"/>
              </a:ext>
            </a:extLst>
          </p:cNvPr>
          <p:cNvGrpSpPr/>
          <p:nvPr/>
        </p:nvGrpSpPr>
        <p:grpSpPr>
          <a:xfrm>
            <a:off x="3017168" y="554754"/>
            <a:ext cx="6157664" cy="6173698"/>
            <a:chOff x="4270375" y="1597025"/>
            <a:chExt cx="3657600" cy="3667125"/>
          </a:xfrm>
          <a:gradFill flip="none" rotWithShape="1">
            <a:gsLst>
              <a:gs pos="30000">
                <a:schemeClr val="accent1">
                  <a:lumMod val="20000"/>
                  <a:lumOff val="80000"/>
                  <a:alpha val="0"/>
                </a:schemeClr>
              </a:gs>
              <a:gs pos="77000">
                <a:schemeClr val="accent1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</p:grpSpPr>
        <p:grpSp>
          <p:nvGrpSpPr>
            <p:cNvPr id="5" name="Group 205">
              <a:extLst>
                <a:ext uri="{FF2B5EF4-FFF2-40B4-BE49-F238E27FC236}">
                  <a16:creationId xmlns:a16="http://schemas.microsoft.com/office/drawing/2014/main" id="{8711CAEA-3EC0-44F7-B54F-7020DF7DC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4613" y="2571750"/>
              <a:ext cx="1882775" cy="1873250"/>
              <a:chOff x="3247" y="1620"/>
              <a:chExt cx="1186" cy="1180"/>
            </a:xfrm>
            <a:grpFill/>
          </p:grpSpPr>
          <p:sp>
            <p:nvSpPr>
              <p:cNvPr id="776" name="Freeform 5">
                <a:extLst>
                  <a:ext uri="{FF2B5EF4-FFF2-40B4-BE49-F238E27FC236}">
                    <a16:creationId xmlns:a16="http://schemas.microsoft.com/office/drawing/2014/main" id="{5823141D-178D-4FC0-854B-EA74C3809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2334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7" name="Freeform 6">
                <a:extLst>
                  <a:ext uri="{FF2B5EF4-FFF2-40B4-BE49-F238E27FC236}">
                    <a16:creationId xmlns:a16="http://schemas.microsoft.com/office/drawing/2014/main" id="{2859189E-80A1-4283-94FF-FE817F9C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2334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8" name="Rectangle 7">
                <a:extLst>
                  <a:ext uri="{FF2B5EF4-FFF2-40B4-BE49-F238E27FC236}">
                    <a16:creationId xmlns:a16="http://schemas.microsoft.com/office/drawing/2014/main" id="{FD4FF193-0193-43D4-952E-5FAFC4D21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" y="227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9" name="Rectangle 8">
                <a:extLst>
                  <a:ext uri="{FF2B5EF4-FFF2-40B4-BE49-F238E27FC236}">
                    <a16:creationId xmlns:a16="http://schemas.microsoft.com/office/drawing/2014/main" id="{552F9BD5-5A0A-4376-9F08-981DE4CCD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" y="227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0" name="Freeform 9">
                <a:extLst>
                  <a:ext uri="{FF2B5EF4-FFF2-40B4-BE49-F238E27FC236}">
                    <a16:creationId xmlns:a16="http://schemas.microsoft.com/office/drawing/2014/main" id="{9B0DAEDF-3299-4911-B06D-D31DB2E17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2562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1" name="Freeform 10">
                <a:extLst>
                  <a:ext uri="{FF2B5EF4-FFF2-40B4-BE49-F238E27FC236}">
                    <a16:creationId xmlns:a16="http://schemas.microsoft.com/office/drawing/2014/main" id="{4A70F4D3-5A9D-4255-B71E-FBD8453FC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2562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2" name="Freeform 11">
                <a:extLst>
                  <a:ext uri="{FF2B5EF4-FFF2-40B4-BE49-F238E27FC236}">
                    <a16:creationId xmlns:a16="http://schemas.microsoft.com/office/drawing/2014/main" id="{A3E049ED-E643-44EE-A0A7-A1E1509FF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2545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3" name="Freeform 12">
                <a:extLst>
                  <a:ext uri="{FF2B5EF4-FFF2-40B4-BE49-F238E27FC236}">
                    <a16:creationId xmlns:a16="http://schemas.microsoft.com/office/drawing/2014/main" id="{0E7D155A-3D98-4928-A827-00457EC5E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2545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4" name="Rectangle 13">
                <a:extLst>
                  <a:ext uri="{FF2B5EF4-FFF2-40B4-BE49-F238E27FC236}">
                    <a16:creationId xmlns:a16="http://schemas.microsoft.com/office/drawing/2014/main" id="{06326323-A8DF-4901-B273-8FED09DED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8" y="25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5" name="Rectangle 14">
                <a:extLst>
                  <a:ext uri="{FF2B5EF4-FFF2-40B4-BE49-F238E27FC236}">
                    <a16:creationId xmlns:a16="http://schemas.microsoft.com/office/drawing/2014/main" id="{AC6C2F09-2E3B-4494-8098-3B5554F7C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8" y="25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6" name="Rectangle 15">
                <a:extLst>
                  <a:ext uri="{FF2B5EF4-FFF2-40B4-BE49-F238E27FC236}">
                    <a16:creationId xmlns:a16="http://schemas.microsoft.com/office/drawing/2014/main" id="{230D3A94-E591-4297-93AF-D48393B41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" y="248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7" name="Rectangle 16">
                <a:extLst>
                  <a:ext uri="{FF2B5EF4-FFF2-40B4-BE49-F238E27FC236}">
                    <a16:creationId xmlns:a16="http://schemas.microsoft.com/office/drawing/2014/main" id="{1C6BC979-5E10-426A-8205-9C366953A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" y="248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8" name="Rectangle 17">
                <a:extLst>
                  <a:ext uri="{FF2B5EF4-FFF2-40B4-BE49-F238E27FC236}">
                    <a16:creationId xmlns:a16="http://schemas.microsoft.com/office/drawing/2014/main" id="{6A5EACDD-736D-4732-8F13-7E5170DD4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" y="243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89" name="Rectangle 18">
                <a:extLst>
                  <a:ext uri="{FF2B5EF4-FFF2-40B4-BE49-F238E27FC236}">
                    <a16:creationId xmlns:a16="http://schemas.microsoft.com/office/drawing/2014/main" id="{6D31FFEC-C734-4C5D-86C0-09D55B597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" y="243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0" name="Oval 19">
                <a:extLst>
                  <a:ext uri="{FF2B5EF4-FFF2-40B4-BE49-F238E27FC236}">
                    <a16:creationId xmlns:a16="http://schemas.microsoft.com/office/drawing/2014/main" id="{0AD80D81-B4A9-4FA0-A4DA-E789FB87A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3" y="2379"/>
                <a:ext cx="4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1" name="Oval 20">
                <a:extLst>
                  <a:ext uri="{FF2B5EF4-FFF2-40B4-BE49-F238E27FC236}">
                    <a16:creationId xmlns:a16="http://schemas.microsoft.com/office/drawing/2014/main" id="{8FE0E308-03CB-423B-828A-9030B5F91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9" y="2319"/>
                <a:ext cx="2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2" name="Freeform 21">
                <a:extLst>
                  <a:ext uri="{FF2B5EF4-FFF2-40B4-BE49-F238E27FC236}">
                    <a16:creationId xmlns:a16="http://schemas.microsoft.com/office/drawing/2014/main" id="{FBDCCC66-97B9-4FE8-827E-68C44D841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2257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3" name="Freeform 22">
                <a:extLst>
                  <a:ext uri="{FF2B5EF4-FFF2-40B4-BE49-F238E27FC236}">
                    <a16:creationId xmlns:a16="http://schemas.microsoft.com/office/drawing/2014/main" id="{64B43CBA-CF8C-405F-AEF4-A62AFC53D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2193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4" name="Freeform 23">
                <a:extLst>
                  <a:ext uri="{FF2B5EF4-FFF2-40B4-BE49-F238E27FC236}">
                    <a16:creationId xmlns:a16="http://schemas.microsoft.com/office/drawing/2014/main" id="{F98858DF-0032-4263-ACB8-5E4337C70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2193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5" name="Freeform 24">
                <a:extLst>
                  <a:ext uri="{FF2B5EF4-FFF2-40B4-BE49-F238E27FC236}">
                    <a16:creationId xmlns:a16="http://schemas.microsoft.com/office/drawing/2014/main" id="{3B30CE72-F7C0-4399-82F8-2CD4799D4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129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6" name="Freeform 25">
                <a:extLst>
                  <a:ext uri="{FF2B5EF4-FFF2-40B4-BE49-F238E27FC236}">
                    <a16:creationId xmlns:a16="http://schemas.microsoft.com/office/drawing/2014/main" id="{CA59DC4F-F5A6-4A54-AA43-62FD617B8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129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7" name="Freeform 26">
                <a:extLst>
                  <a:ext uri="{FF2B5EF4-FFF2-40B4-BE49-F238E27FC236}">
                    <a16:creationId xmlns:a16="http://schemas.microsoft.com/office/drawing/2014/main" id="{E4EA07EE-D880-4EF6-BE7B-80B1C7D40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067"/>
                <a:ext cx="0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8" name="Freeform 27">
                <a:extLst>
                  <a:ext uri="{FF2B5EF4-FFF2-40B4-BE49-F238E27FC236}">
                    <a16:creationId xmlns:a16="http://schemas.microsoft.com/office/drawing/2014/main" id="{2F8A603A-712A-4DD9-AF91-C4F0D3ED8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067"/>
                <a:ext cx="0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99" name="Rectangle 28">
                <a:extLst>
                  <a:ext uri="{FF2B5EF4-FFF2-40B4-BE49-F238E27FC236}">
                    <a16:creationId xmlns:a16="http://schemas.microsoft.com/office/drawing/2014/main" id="{6517921F-38CE-4283-8CC7-187AC50BC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" y="19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0" name="Rectangle 29">
                <a:extLst>
                  <a:ext uri="{FF2B5EF4-FFF2-40B4-BE49-F238E27FC236}">
                    <a16:creationId xmlns:a16="http://schemas.microsoft.com/office/drawing/2014/main" id="{1D511414-359E-46D8-86D7-5C689E189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" y="19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1" name="Rectangle 30">
                <a:extLst>
                  <a:ext uri="{FF2B5EF4-FFF2-40B4-BE49-F238E27FC236}">
                    <a16:creationId xmlns:a16="http://schemas.microsoft.com/office/drawing/2014/main" id="{B7562F35-29E2-4C48-8785-C3FE4B8DC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0" y="196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2" name="Rectangle 31">
                <a:extLst>
                  <a:ext uri="{FF2B5EF4-FFF2-40B4-BE49-F238E27FC236}">
                    <a16:creationId xmlns:a16="http://schemas.microsoft.com/office/drawing/2014/main" id="{ACD2AE5C-88C7-402C-962E-05FF06BC0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0" y="196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3" name="Rectangle 32">
                <a:extLst>
                  <a:ext uri="{FF2B5EF4-FFF2-40B4-BE49-F238E27FC236}">
                    <a16:creationId xmlns:a16="http://schemas.microsoft.com/office/drawing/2014/main" id="{08F07449-9DB1-42B5-9715-C4096F4B2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1" y="201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4" name="Rectangle 33">
                <a:extLst>
                  <a:ext uri="{FF2B5EF4-FFF2-40B4-BE49-F238E27FC236}">
                    <a16:creationId xmlns:a16="http://schemas.microsoft.com/office/drawing/2014/main" id="{D4CA67A7-23E3-46FB-9DBB-715001843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1" y="201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5" name="Rectangle 34">
                <a:extLst>
                  <a:ext uri="{FF2B5EF4-FFF2-40B4-BE49-F238E27FC236}">
                    <a16:creationId xmlns:a16="http://schemas.microsoft.com/office/drawing/2014/main" id="{272671E9-754A-4E9A-A08E-6F2A594E8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212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6" name="Rectangle 35">
                <a:extLst>
                  <a:ext uri="{FF2B5EF4-FFF2-40B4-BE49-F238E27FC236}">
                    <a16:creationId xmlns:a16="http://schemas.microsoft.com/office/drawing/2014/main" id="{7D2D7908-5328-47F3-BEBB-74E3CC40C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212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7" name="Rectangle 36">
                <a:extLst>
                  <a:ext uri="{FF2B5EF4-FFF2-40B4-BE49-F238E27FC236}">
                    <a16:creationId xmlns:a16="http://schemas.microsoft.com/office/drawing/2014/main" id="{17F720DE-0115-4B9D-A507-9226A4397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" y="225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8" name="Rectangle 37">
                <a:extLst>
                  <a:ext uri="{FF2B5EF4-FFF2-40B4-BE49-F238E27FC236}">
                    <a16:creationId xmlns:a16="http://schemas.microsoft.com/office/drawing/2014/main" id="{ADDE258C-558E-4117-880E-1FA8545C1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" y="225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09" name="Rectangle 38">
                <a:extLst>
                  <a:ext uri="{FF2B5EF4-FFF2-40B4-BE49-F238E27FC236}">
                    <a16:creationId xmlns:a16="http://schemas.microsoft.com/office/drawing/2014/main" id="{A660553B-6567-4B74-AF7E-CA963DA9A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4" y="23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0" name="Rectangle 39">
                <a:extLst>
                  <a:ext uri="{FF2B5EF4-FFF2-40B4-BE49-F238E27FC236}">
                    <a16:creationId xmlns:a16="http://schemas.microsoft.com/office/drawing/2014/main" id="{113F9041-EA66-4BC9-8877-6A1E8F6E6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4" y="23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1" name="Rectangle 40">
                <a:extLst>
                  <a:ext uri="{FF2B5EF4-FFF2-40B4-BE49-F238E27FC236}">
                    <a16:creationId xmlns:a16="http://schemas.microsoft.com/office/drawing/2014/main" id="{1D5FEEF5-0B56-49A9-BFD5-F018B8AF5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" y="237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2" name="Rectangle 41">
                <a:extLst>
                  <a:ext uri="{FF2B5EF4-FFF2-40B4-BE49-F238E27FC236}">
                    <a16:creationId xmlns:a16="http://schemas.microsoft.com/office/drawing/2014/main" id="{4126018C-CE1B-47A1-9ED4-57BE13AFF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" y="237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3" name="Freeform 42">
                <a:extLst>
                  <a:ext uri="{FF2B5EF4-FFF2-40B4-BE49-F238E27FC236}">
                    <a16:creationId xmlns:a16="http://schemas.microsoft.com/office/drawing/2014/main" id="{95533337-9F91-465D-BFE6-2176C9F99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2431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4" name="Freeform 43">
                <a:extLst>
                  <a:ext uri="{FF2B5EF4-FFF2-40B4-BE49-F238E27FC236}">
                    <a16:creationId xmlns:a16="http://schemas.microsoft.com/office/drawing/2014/main" id="{6FD866AF-8D9F-424D-B942-1594ABEC7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2431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5" name="Rectangle 44">
                <a:extLst>
                  <a:ext uri="{FF2B5EF4-FFF2-40B4-BE49-F238E27FC236}">
                    <a16:creationId xmlns:a16="http://schemas.microsoft.com/office/drawing/2014/main" id="{4C1A60DA-BD4D-4673-9635-2574C5641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9" y="247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6" name="Rectangle 45">
                <a:extLst>
                  <a:ext uri="{FF2B5EF4-FFF2-40B4-BE49-F238E27FC236}">
                    <a16:creationId xmlns:a16="http://schemas.microsoft.com/office/drawing/2014/main" id="{6945D03F-6CF0-4E2E-88EC-ECF7B68D1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9" y="247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7" name="Rectangle 46">
                <a:extLst>
                  <a:ext uri="{FF2B5EF4-FFF2-40B4-BE49-F238E27FC236}">
                    <a16:creationId xmlns:a16="http://schemas.microsoft.com/office/drawing/2014/main" id="{48134A77-8D27-45CE-80B0-9714879A3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0" y="254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8" name="Rectangle 47">
                <a:extLst>
                  <a:ext uri="{FF2B5EF4-FFF2-40B4-BE49-F238E27FC236}">
                    <a16:creationId xmlns:a16="http://schemas.microsoft.com/office/drawing/2014/main" id="{0738B534-995B-471A-BD4C-84E0AF369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0" y="254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19" name="Rectangle 48">
                <a:extLst>
                  <a:ext uri="{FF2B5EF4-FFF2-40B4-BE49-F238E27FC236}">
                    <a16:creationId xmlns:a16="http://schemas.microsoft.com/office/drawing/2014/main" id="{1ED02BA2-1CA2-40C1-B997-35756519F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2562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0" name="Rectangle 49">
                <a:extLst>
                  <a:ext uri="{FF2B5EF4-FFF2-40B4-BE49-F238E27FC236}">
                    <a16:creationId xmlns:a16="http://schemas.microsoft.com/office/drawing/2014/main" id="{4552DA29-F848-43C0-8F2D-830A492E7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2562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1" name="Freeform 50">
                <a:extLst>
                  <a:ext uri="{FF2B5EF4-FFF2-40B4-BE49-F238E27FC236}">
                    <a16:creationId xmlns:a16="http://schemas.microsoft.com/office/drawing/2014/main" id="{6B82F412-CCD9-4267-9014-43A18D7EA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638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2" name="Oval 51">
                <a:extLst>
                  <a:ext uri="{FF2B5EF4-FFF2-40B4-BE49-F238E27FC236}">
                    <a16:creationId xmlns:a16="http://schemas.microsoft.com/office/drawing/2014/main" id="{DD91B012-D4FD-4220-B9C3-6B3923F39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2633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3" name="Freeform 52">
                <a:extLst>
                  <a:ext uri="{FF2B5EF4-FFF2-40B4-BE49-F238E27FC236}">
                    <a16:creationId xmlns:a16="http://schemas.microsoft.com/office/drawing/2014/main" id="{BE334F3B-A089-414D-9B6D-D5488DED0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3" y="2619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4" name="Freeform 53">
                <a:extLst>
                  <a:ext uri="{FF2B5EF4-FFF2-40B4-BE49-F238E27FC236}">
                    <a16:creationId xmlns:a16="http://schemas.microsoft.com/office/drawing/2014/main" id="{E0801D8E-AD1A-4616-A42B-7AFE4F8CF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2593"/>
                <a:ext cx="10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5" name="Freeform 54">
                <a:extLst>
                  <a:ext uri="{FF2B5EF4-FFF2-40B4-BE49-F238E27FC236}">
                    <a16:creationId xmlns:a16="http://schemas.microsoft.com/office/drawing/2014/main" id="{55A425B0-605A-48B2-B4D2-64A742C24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256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6" name="Freeform 55">
                <a:extLst>
                  <a:ext uri="{FF2B5EF4-FFF2-40B4-BE49-F238E27FC236}">
                    <a16:creationId xmlns:a16="http://schemas.microsoft.com/office/drawing/2014/main" id="{F229CBF9-8D21-40EC-989F-DEC88A8E4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256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7" name="Oval 56">
                <a:extLst>
                  <a:ext uri="{FF2B5EF4-FFF2-40B4-BE49-F238E27FC236}">
                    <a16:creationId xmlns:a16="http://schemas.microsoft.com/office/drawing/2014/main" id="{9E79F15A-DB7A-4DD3-A05B-DD48EEE11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" y="2524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8" name="Freeform 57">
                <a:extLst>
                  <a:ext uri="{FF2B5EF4-FFF2-40B4-BE49-F238E27FC236}">
                    <a16:creationId xmlns:a16="http://schemas.microsoft.com/office/drawing/2014/main" id="{F4706CE5-06DC-47F9-909E-512283B62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476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29" name="Freeform 58">
                <a:extLst>
                  <a:ext uri="{FF2B5EF4-FFF2-40B4-BE49-F238E27FC236}">
                    <a16:creationId xmlns:a16="http://schemas.microsoft.com/office/drawing/2014/main" id="{DA88E624-7DCF-41BF-9186-6DFDA89C9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2424"/>
                <a:ext cx="4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0" name="Freeform 59">
                <a:extLst>
                  <a:ext uri="{FF2B5EF4-FFF2-40B4-BE49-F238E27FC236}">
                    <a16:creationId xmlns:a16="http://schemas.microsoft.com/office/drawing/2014/main" id="{BC7A33CC-7488-4036-BA0C-B7EC2D52D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2360"/>
                <a:ext cx="17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1" name="Freeform 60">
                <a:extLst>
                  <a:ext uri="{FF2B5EF4-FFF2-40B4-BE49-F238E27FC236}">
                    <a16:creationId xmlns:a16="http://schemas.microsoft.com/office/drawing/2014/main" id="{EA425070-EA14-42BE-BCD4-37540FC3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300"/>
                <a:ext cx="17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2" name="Freeform 61">
                <a:extLst>
                  <a:ext uri="{FF2B5EF4-FFF2-40B4-BE49-F238E27FC236}">
                    <a16:creationId xmlns:a16="http://schemas.microsoft.com/office/drawing/2014/main" id="{2ABBAD4B-54DC-4724-ABB6-84DA7CB402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236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3" name="Freeform 62">
                <a:extLst>
                  <a:ext uri="{FF2B5EF4-FFF2-40B4-BE49-F238E27FC236}">
                    <a16:creationId xmlns:a16="http://schemas.microsoft.com/office/drawing/2014/main" id="{CA1A839F-D866-4101-8CD5-F3136F61E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" y="2172"/>
                <a:ext cx="10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4" name="Freeform 63">
                <a:extLst>
                  <a:ext uri="{FF2B5EF4-FFF2-40B4-BE49-F238E27FC236}">
                    <a16:creationId xmlns:a16="http://schemas.microsoft.com/office/drawing/2014/main" id="{19657E14-0D01-47AE-933B-561A53BAD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2110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5" name="Freeform 64">
                <a:extLst>
                  <a:ext uri="{FF2B5EF4-FFF2-40B4-BE49-F238E27FC236}">
                    <a16:creationId xmlns:a16="http://schemas.microsoft.com/office/drawing/2014/main" id="{0B303128-8B5E-4524-AAAA-1FAE56BA9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" y="2048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6" name="Freeform 65">
                <a:extLst>
                  <a:ext uri="{FF2B5EF4-FFF2-40B4-BE49-F238E27FC236}">
                    <a16:creationId xmlns:a16="http://schemas.microsoft.com/office/drawing/2014/main" id="{A911F30C-95D6-41B7-BB3B-A8F4B1B3F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1993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7" name="Freeform 66">
                <a:extLst>
                  <a:ext uri="{FF2B5EF4-FFF2-40B4-BE49-F238E27FC236}">
                    <a16:creationId xmlns:a16="http://schemas.microsoft.com/office/drawing/2014/main" id="{DA75BE22-F484-47D7-83B3-41F510895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1993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8" name="Freeform 67">
                <a:extLst>
                  <a:ext uri="{FF2B5EF4-FFF2-40B4-BE49-F238E27FC236}">
                    <a16:creationId xmlns:a16="http://schemas.microsoft.com/office/drawing/2014/main" id="{309E45CA-E38B-4E63-8A80-7187AEC21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1939"/>
                <a:ext cx="5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39" name="Rectangle 68">
                <a:extLst>
                  <a:ext uri="{FF2B5EF4-FFF2-40B4-BE49-F238E27FC236}">
                    <a16:creationId xmlns:a16="http://schemas.microsoft.com/office/drawing/2014/main" id="{F2212E71-E73A-460E-808C-92F0DBC86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" y="189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0" name="Rectangle 69">
                <a:extLst>
                  <a:ext uri="{FF2B5EF4-FFF2-40B4-BE49-F238E27FC236}">
                    <a16:creationId xmlns:a16="http://schemas.microsoft.com/office/drawing/2014/main" id="{AE8EC006-C05C-44EC-AB9A-DB4637F01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" y="189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1" name="Freeform 70">
                <a:extLst>
                  <a:ext uri="{FF2B5EF4-FFF2-40B4-BE49-F238E27FC236}">
                    <a16:creationId xmlns:a16="http://schemas.microsoft.com/office/drawing/2014/main" id="{507CE7B2-1770-462A-865E-574DD2199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1853"/>
                <a:ext cx="3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2" name="Freeform 71">
                <a:extLst>
                  <a:ext uri="{FF2B5EF4-FFF2-40B4-BE49-F238E27FC236}">
                    <a16:creationId xmlns:a16="http://schemas.microsoft.com/office/drawing/2014/main" id="{16EBB4CB-A288-4F33-A735-F9C0F8353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1853"/>
                <a:ext cx="3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3" name="Freeform 72">
                <a:extLst>
                  <a:ext uri="{FF2B5EF4-FFF2-40B4-BE49-F238E27FC236}">
                    <a16:creationId xmlns:a16="http://schemas.microsoft.com/office/drawing/2014/main" id="{B51E4EB0-3624-4862-9C39-1D8966696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820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4" name="Freeform 73">
                <a:extLst>
                  <a:ext uri="{FF2B5EF4-FFF2-40B4-BE49-F238E27FC236}">
                    <a16:creationId xmlns:a16="http://schemas.microsoft.com/office/drawing/2014/main" id="{60460D8E-A934-4AC3-AAA3-349E04E0E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820"/>
                <a:ext cx="0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5" name="Oval 74">
                <a:extLst>
                  <a:ext uri="{FF2B5EF4-FFF2-40B4-BE49-F238E27FC236}">
                    <a16:creationId xmlns:a16="http://schemas.microsoft.com/office/drawing/2014/main" id="{447356DB-D194-4EF1-AEB5-EA51554D8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0" y="1796"/>
                <a:ext cx="5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6" name="Freeform 75">
                <a:extLst>
                  <a:ext uri="{FF2B5EF4-FFF2-40B4-BE49-F238E27FC236}">
                    <a16:creationId xmlns:a16="http://schemas.microsoft.com/office/drawing/2014/main" id="{6F3EA030-5A41-429A-9FBB-1C9A71B06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782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7" name="Freeform 76">
                <a:extLst>
                  <a:ext uri="{FF2B5EF4-FFF2-40B4-BE49-F238E27FC236}">
                    <a16:creationId xmlns:a16="http://schemas.microsoft.com/office/drawing/2014/main" id="{F6DD5D99-6718-41BB-AA2A-1585B8519B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782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8" name="Freeform 77">
                <a:extLst>
                  <a:ext uri="{FF2B5EF4-FFF2-40B4-BE49-F238E27FC236}">
                    <a16:creationId xmlns:a16="http://schemas.microsoft.com/office/drawing/2014/main" id="{A66A9393-10A3-434A-BD85-C84D01579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77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49" name="Freeform 78">
                <a:extLst>
                  <a:ext uri="{FF2B5EF4-FFF2-40B4-BE49-F238E27FC236}">
                    <a16:creationId xmlns:a16="http://schemas.microsoft.com/office/drawing/2014/main" id="{2F2B3155-1C9A-42FF-98E0-EF48F9962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77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0" name="Freeform 79">
                <a:extLst>
                  <a:ext uri="{FF2B5EF4-FFF2-40B4-BE49-F238E27FC236}">
                    <a16:creationId xmlns:a16="http://schemas.microsoft.com/office/drawing/2014/main" id="{79547A82-C820-4AF1-A1AD-4FB504CB6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1782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1" name="Freeform 80">
                <a:extLst>
                  <a:ext uri="{FF2B5EF4-FFF2-40B4-BE49-F238E27FC236}">
                    <a16:creationId xmlns:a16="http://schemas.microsoft.com/office/drawing/2014/main" id="{583483A1-3EE8-4BBD-8DED-23008C51E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1782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2" name="Freeform 81">
                <a:extLst>
                  <a:ext uri="{FF2B5EF4-FFF2-40B4-BE49-F238E27FC236}">
                    <a16:creationId xmlns:a16="http://schemas.microsoft.com/office/drawing/2014/main" id="{1F5D85DD-2ABE-4FC5-AE4E-DE9942F4B9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5" y="1794"/>
                <a:ext cx="5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3" name="Freeform 82">
                <a:extLst>
                  <a:ext uri="{FF2B5EF4-FFF2-40B4-BE49-F238E27FC236}">
                    <a16:creationId xmlns:a16="http://schemas.microsoft.com/office/drawing/2014/main" id="{9A4D55BC-6F58-467F-B189-D646FF19F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1820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4" name="Freeform 83">
                <a:extLst>
                  <a:ext uri="{FF2B5EF4-FFF2-40B4-BE49-F238E27FC236}">
                    <a16:creationId xmlns:a16="http://schemas.microsoft.com/office/drawing/2014/main" id="{2144A240-4F72-4C5A-8380-C2CC45EE2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1820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5" name="Freeform 84">
                <a:extLst>
                  <a:ext uri="{FF2B5EF4-FFF2-40B4-BE49-F238E27FC236}">
                    <a16:creationId xmlns:a16="http://schemas.microsoft.com/office/drawing/2014/main" id="{5884E1B1-A56D-45B4-8110-81ADE41E5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1851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6" name="Freeform 85">
                <a:extLst>
                  <a:ext uri="{FF2B5EF4-FFF2-40B4-BE49-F238E27FC236}">
                    <a16:creationId xmlns:a16="http://schemas.microsoft.com/office/drawing/2014/main" id="{1E70F66D-0543-46BF-B05A-F28EB0ACE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1851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7" name="Freeform 86">
                <a:extLst>
                  <a:ext uri="{FF2B5EF4-FFF2-40B4-BE49-F238E27FC236}">
                    <a16:creationId xmlns:a16="http://schemas.microsoft.com/office/drawing/2014/main" id="{72502B8D-3776-4B5D-B18E-B7328C7ED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891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8" name="Freeform 87">
                <a:extLst>
                  <a:ext uri="{FF2B5EF4-FFF2-40B4-BE49-F238E27FC236}">
                    <a16:creationId xmlns:a16="http://schemas.microsoft.com/office/drawing/2014/main" id="{C70506AF-9D31-4E63-B968-DB92E94E3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891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59" name="Freeform 88">
                <a:extLst>
                  <a:ext uri="{FF2B5EF4-FFF2-40B4-BE49-F238E27FC236}">
                    <a16:creationId xmlns:a16="http://schemas.microsoft.com/office/drawing/2014/main" id="{4E88193C-A4C8-4988-9C77-43E28396C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1936"/>
                <a:ext cx="7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0" name="Freeform 89">
                <a:extLst>
                  <a:ext uri="{FF2B5EF4-FFF2-40B4-BE49-F238E27FC236}">
                    <a16:creationId xmlns:a16="http://schemas.microsoft.com/office/drawing/2014/main" id="{04D04865-8094-4A20-B8AE-D0EBC0EDE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991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1" name="Freeform 90">
                <a:extLst>
                  <a:ext uri="{FF2B5EF4-FFF2-40B4-BE49-F238E27FC236}">
                    <a16:creationId xmlns:a16="http://schemas.microsoft.com/office/drawing/2014/main" id="{AD2D9761-30C1-4E03-9F9E-2F1B86877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991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2" name="Rectangle 91">
                <a:extLst>
                  <a:ext uri="{FF2B5EF4-FFF2-40B4-BE49-F238E27FC236}">
                    <a16:creationId xmlns:a16="http://schemas.microsoft.com/office/drawing/2014/main" id="{2E415AC5-BD21-4381-9AD5-27FF25650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3" y="205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3" name="Rectangle 92">
                <a:extLst>
                  <a:ext uri="{FF2B5EF4-FFF2-40B4-BE49-F238E27FC236}">
                    <a16:creationId xmlns:a16="http://schemas.microsoft.com/office/drawing/2014/main" id="{85E15B94-8151-44FA-96E7-67DEC134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3" y="2050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4" name="Oval 93">
                <a:extLst>
                  <a:ext uri="{FF2B5EF4-FFF2-40B4-BE49-F238E27FC236}">
                    <a16:creationId xmlns:a16="http://schemas.microsoft.com/office/drawing/2014/main" id="{7D6A3A4F-DD26-4D86-88FA-99893BD0A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0" y="2110"/>
                <a:ext cx="4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5" name="Freeform 94">
                <a:extLst>
                  <a:ext uri="{FF2B5EF4-FFF2-40B4-BE49-F238E27FC236}">
                    <a16:creationId xmlns:a16="http://schemas.microsoft.com/office/drawing/2014/main" id="{DE507CA3-A804-461A-8308-F3F72E51D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2174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6" name="Freeform 95">
                <a:extLst>
                  <a:ext uri="{FF2B5EF4-FFF2-40B4-BE49-F238E27FC236}">
                    <a16:creationId xmlns:a16="http://schemas.microsoft.com/office/drawing/2014/main" id="{70904D70-C166-4CF2-B3E3-3A0AAC69A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" y="2238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7" name="Freeform 96">
                <a:extLst>
                  <a:ext uri="{FF2B5EF4-FFF2-40B4-BE49-F238E27FC236}">
                    <a16:creationId xmlns:a16="http://schemas.microsoft.com/office/drawing/2014/main" id="{1E5F5424-1760-4B33-B986-B2D69805B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2300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8" name="Freeform 97">
                <a:extLst>
                  <a:ext uri="{FF2B5EF4-FFF2-40B4-BE49-F238E27FC236}">
                    <a16:creationId xmlns:a16="http://schemas.microsoft.com/office/drawing/2014/main" id="{50E8D218-31BD-4E5C-90BE-3C1161036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3" y="2364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69" name="Freeform 98">
                <a:extLst>
                  <a:ext uri="{FF2B5EF4-FFF2-40B4-BE49-F238E27FC236}">
                    <a16:creationId xmlns:a16="http://schemas.microsoft.com/office/drawing/2014/main" id="{94A2BA62-80C2-4510-AEBE-92143CD82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3" y="2364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0" name="Freeform 99">
                <a:extLst>
                  <a:ext uri="{FF2B5EF4-FFF2-40B4-BE49-F238E27FC236}">
                    <a16:creationId xmlns:a16="http://schemas.microsoft.com/office/drawing/2014/main" id="{174CBCBA-0D4D-488D-997B-46C8CC088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422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1" name="Freeform 100">
                <a:extLst>
                  <a:ext uri="{FF2B5EF4-FFF2-40B4-BE49-F238E27FC236}">
                    <a16:creationId xmlns:a16="http://schemas.microsoft.com/office/drawing/2014/main" id="{2051D06F-AC9B-4C70-9B42-314A9269E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422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2" name="Freeform 101">
                <a:extLst>
                  <a:ext uri="{FF2B5EF4-FFF2-40B4-BE49-F238E27FC236}">
                    <a16:creationId xmlns:a16="http://schemas.microsoft.com/office/drawing/2014/main" id="{362F8CD3-DE4A-41D6-9257-0709AE423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2474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3" name="Freeform 102">
                <a:extLst>
                  <a:ext uri="{FF2B5EF4-FFF2-40B4-BE49-F238E27FC236}">
                    <a16:creationId xmlns:a16="http://schemas.microsoft.com/office/drawing/2014/main" id="{C3D3690B-BF31-46BE-BE6F-DCCA52083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521"/>
                <a:ext cx="7" cy="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4" name="Freeform 103">
                <a:extLst>
                  <a:ext uri="{FF2B5EF4-FFF2-40B4-BE49-F238E27FC236}">
                    <a16:creationId xmlns:a16="http://schemas.microsoft.com/office/drawing/2014/main" id="{DCCBC964-811C-49A6-9413-2FB3ADA81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564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5" name="Freeform 104">
                <a:extLst>
                  <a:ext uri="{FF2B5EF4-FFF2-40B4-BE49-F238E27FC236}">
                    <a16:creationId xmlns:a16="http://schemas.microsoft.com/office/drawing/2014/main" id="{17CE9577-603F-406E-8B09-D4171B33B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564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6" name="Freeform 105">
                <a:extLst>
                  <a:ext uri="{FF2B5EF4-FFF2-40B4-BE49-F238E27FC236}">
                    <a16:creationId xmlns:a16="http://schemas.microsoft.com/office/drawing/2014/main" id="{D645EA0D-67D9-4DC0-8C4D-376D27FAA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2593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7" name="Freeform 106">
                <a:extLst>
                  <a:ext uri="{FF2B5EF4-FFF2-40B4-BE49-F238E27FC236}">
                    <a16:creationId xmlns:a16="http://schemas.microsoft.com/office/drawing/2014/main" id="{20A2230C-54EE-4920-8C26-A48902AFB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2617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8" name="Oval 107">
                <a:extLst>
                  <a:ext uri="{FF2B5EF4-FFF2-40B4-BE49-F238E27FC236}">
                    <a16:creationId xmlns:a16="http://schemas.microsoft.com/office/drawing/2014/main" id="{29C90CBB-A10B-4F9C-8472-ED834E878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5" y="2633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79" name="Freeform 108">
                <a:extLst>
                  <a:ext uri="{FF2B5EF4-FFF2-40B4-BE49-F238E27FC236}">
                    <a16:creationId xmlns:a16="http://schemas.microsoft.com/office/drawing/2014/main" id="{58FDD467-9F3E-4060-82E3-C28BCF6EF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" y="2705"/>
                <a:ext cx="19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0" name="Freeform 109">
                <a:extLst>
                  <a:ext uri="{FF2B5EF4-FFF2-40B4-BE49-F238E27FC236}">
                    <a16:creationId xmlns:a16="http://schemas.microsoft.com/office/drawing/2014/main" id="{BD126E74-CBDD-4683-9E71-CC4F56DF5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2700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1" name="Freeform 110">
                <a:extLst>
                  <a:ext uri="{FF2B5EF4-FFF2-40B4-BE49-F238E27FC236}">
                    <a16:creationId xmlns:a16="http://schemas.microsoft.com/office/drawing/2014/main" id="{1C4DB0E7-3D6F-4023-B00C-51AF49675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2686"/>
                <a:ext cx="21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2" name="Freeform 111">
                <a:extLst>
                  <a:ext uri="{FF2B5EF4-FFF2-40B4-BE49-F238E27FC236}">
                    <a16:creationId xmlns:a16="http://schemas.microsoft.com/office/drawing/2014/main" id="{A0566609-3143-451E-A872-E6170F3BC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266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3" name="Freeform 112">
                <a:extLst>
                  <a:ext uri="{FF2B5EF4-FFF2-40B4-BE49-F238E27FC236}">
                    <a16:creationId xmlns:a16="http://schemas.microsoft.com/office/drawing/2014/main" id="{4C3409D0-D632-41F8-8CE9-EDFCAEC60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2640"/>
                <a:ext cx="19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4" name="Freeform 113">
                <a:extLst>
                  <a:ext uri="{FF2B5EF4-FFF2-40B4-BE49-F238E27FC236}">
                    <a16:creationId xmlns:a16="http://schemas.microsoft.com/office/drawing/2014/main" id="{502D8B0D-C03E-4AD6-8C59-D3E49BD2D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2605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5" name="Freeform 114">
                <a:extLst>
                  <a:ext uri="{FF2B5EF4-FFF2-40B4-BE49-F238E27FC236}">
                    <a16:creationId xmlns:a16="http://schemas.microsoft.com/office/drawing/2014/main" id="{6F52C100-EB4F-4583-B3B8-3782B7CF9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2564"/>
                <a:ext cx="16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6" name="Freeform 115">
                <a:extLst>
                  <a:ext uri="{FF2B5EF4-FFF2-40B4-BE49-F238E27FC236}">
                    <a16:creationId xmlns:a16="http://schemas.microsoft.com/office/drawing/2014/main" id="{CE0D61CE-C796-4167-B9E9-3823858F0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512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7" name="Freeform 116">
                <a:extLst>
                  <a:ext uri="{FF2B5EF4-FFF2-40B4-BE49-F238E27FC236}">
                    <a16:creationId xmlns:a16="http://schemas.microsoft.com/office/drawing/2014/main" id="{0C51F20A-C665-4B98-B852-D1C68614D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462"/>
                <a:ext cx="16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8" name="Freeform 117">
                <a:extLst>
                  <a:ext uri="{FF2B5EF4-FFF2-40B4-BE49-F238E27FC236}">
                    <a16:creationId xmlns:a16="http://schemas.microsoft.com/office/drawing/2014/main" id="{1E9B96B7-607A-4EFF-A5D1-4F57A99F3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2400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89" name="Freeform 118">
                <a:extLst>
                  <a:ext uri="{FF2B5EF4-FFF2-40B4-BE49-F238E27FC236}">
                    <a16:creationId xmlns:a16="http://schemas.microsoft.com/office/drawing/2014/main" id="{34D90239-80D6-430C-BBFD-67DD8F142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4" y="2338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0" name="Freeform 119">
                <a:extLst>
                  <a:ext uri="{FF2B5EF4-FFF2-40B4-BE49-F238E27FC236}">
                    <a16:creationId xmlns:a16="http://schemas.microsoft.com/office/drawing/2014/main" id="{4BC42121-C630-4813-B53C-6B83F91DB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2276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1" name="Freeform 120">
                <a:extLst>
                  <a:ext uri="{FF2B5EF4-FFF2-40B4-BE49-F238E27FC236}">
                    <a16:creationId xmlns:a16="http://schemas.microsoft.com/office/drawing/2014/main" id="{DDA147B8-1859-415C-B50C-F24C4D68A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5" y="2215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2" name="Freeform 121">
                <a:extLst>
                  <a:ext uri="{FF2B5EF4-FFF2-40B4-BE49-F238E27FC236}">
                    <a16:creationId xmlns:a16="http://schemas.microsoft.com/office/drawing/2014/main" id="{B9E0D2C2-5618-4606-97CE-7FBA0305FD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8" y="2150"/>
                <a:ext cx="26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3" name="Freeform 122">
                <a:extLst>
                  <a:ext uri="{FF2B5EF4-FFF2-40B4-BE49-F238E27FC236}">
                    <a16:creationId xmlns:a16="http://schemas.microsoft.com/office/drawing/2014/main" id="{D29DFC75-67BD-46EC-84FE-4FD301D0C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2086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4" name="Freeform 123">
                <a:extLst>
                  <a:ext uri="{FF2B5EF4-FFF2-40B4-BE49-F238E27FC236}">
                    <a16:creationId xmlns:a16="http://schemas.microsoft.com/office/drawing/2014/main" id="{D3648DB2-F2B7-44D2-9CED-D1E03F34B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202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5" name="Oval 124">
                <a:extLst>
                  <a:ext uri="{FF2B5EF4-FFF2-40B4-BE49-F238E27FC236}">
                    <a16:creationId xmlns:a16="http://schemas.microsoft.com/office/drawing/2014/main" id="{39619146-7CC8-4A38-8002-DC1CAE171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0" y="1972"/>
                <a:ext cx="11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6" name="Freeform 125">
                <a:extLst>
                  <a:ext uri="{FF2B5EF4-FFF2-40B4-BE49-F238E27FC236}">
                    <a16:creationId xmlns:a16="http://schemas.microsoft.com/office/drawing/2014/main" id="{E745FF4E-2ED4-4B65-BB3E-9EA1B8F12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0" y="1915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7" name="Freeform 126">
                <a:extLst>
                  <a:ext uri="{FF2B5EF4-FFF2-40B4-BE49-F238E27FC236}">
                    <a16:creationId xmlns:a16="http://schemas.microsoft.com/office/drawing/2014/main" id="{30C8FB33-5BEF-48CA-88F0-D1438CF8A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1865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8" name="Freeform 127">
                <a:extLst>
                  <a:ext uri="{FF2B5EF4-FFF2-40B4-BE49-F238E27FC236}">
                    <a16:creationId xmlns:a16="http://schemas.microsoft.com/office/drawing/2014/main" id="{72ACF11B-1671-43A5-8F85-2B0A0B652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820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899" name="Oval 128">
                <a:extLst>
                  <a:ext uri="{FF2B5EF4-FFF2-40B4-BE49-F238E27FC236}">
                    <a16:creationId xmlns:a16="http://schemas.microsoft.com/office/drawing/2014/main" id="{E32AD376-7424-4DC8-B563-FE86C84A5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8" y="1782"/>
                <a:ext cx="15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0" name="Oval 129">
                <a:extLst>
                  <a:ext uri="{FF2B5EF4-FFF2-40B4-BE49-F238E27FC236}">
                    <a16:creationId xmlns:a16="http://schemas.microsoft.com/office/drawing/2014/main" id="{4AB8F376-8D62-4F69-96BE-CAA7FA3D3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8" y="1753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1" name="Oval 130">
                <a:extLst>
                  <a:ext uri="{FF2B5EF4-FFF2-40B4-BE49-F238E27FC236}">
                    <a16:creationId xmlns:a16="http://schemas.microsoft.com/office/drawing/2014/main" id="{D3061E9E-3781-4B69-8C38-294D03EB2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1729"/>
                <a:ext cx="2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2" name="Freeform 131">
                <a:extLst>
                  <a:ext uri="{FF2B5EF4-FFF2-40B4-BE49-F238E27FC236}">
                    <a16:creationId xmlns:a16="http://schemas.microsoft.com/office/drawing/2014/main" id="{69767352-F315-410C-81DB-4AAEAF02F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7" y="1708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3" name="Freeform 132">
                <a:extLst>
                  <a:ext uri="{FF2B5EF4-FFF2-40B4-BE49-F238E27FC236}">
                    <a16:creationId xmlns:a16="http://schemas.microsoft.com/office/drawing/2014/main" id="{3461E83D-88EA-4B45-8AF9-AC51043AF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1698"/>
                <a:ext cx="14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4" name="Freeform 133">
                <a:extLst>
                  <a:ext uri="{FF2B5EF4-FFF2-40B4-BE49-F238E27FC236}">
                    <a16:creationId xmlns:a16="http://schemas.microsoft.com/office/drawing/2014/main" id="{8D75DDB7-A1C7-4E51-954E-CEB869160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1701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5" name="Freeform 134">
                <a:extLst>
                  <a:ext uri="{FF2B5EF4-FFF2-40B4-BE49-F238E27FC236}">
                    <a16:creationId xmlns:a16="http://schemas.microsoft.com/office/drawing/2014/main" id="{19F85219-439C-432D-926C-675991836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708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6" name="Freeform 135">
                <a:extLst>
                  <a:ext uri="{FF2B5EF4-FFF2-40B4-BE49-F238E27FC236}">
                    <a16:creationId xmlns:a16="http://schemas.microsoft.com/office/drawing/2014/main" id="{A60E6387-CCEB-4B22-92C8-966DFA82D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729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7" name="Freeform 136">
                <a:extLst>
                  <a:ext uri="{FF2B5EF4-FFF2-40B4-BE49-F238E27FC236}">
                    <a16:creationId xmlns:a16="http://schemas.microsoft.com/office/drawing/2014/main" id="{26BA92F1-AC21-4C94-B897-503C1A8BF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1751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8" name="Freeform 137">
                <a:extLst>
                  <a:ext uri="{FF2B5EF4-FFF2-40B4-BE49-F238E27FC236}">
                    <a16:creationId xmlns:a16="http://schemas.microsoft.com/office/drawing/2014/main" id="{2C26AEB0-E152-46BD-964F-46BADB2AA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1777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09" name="Freeform 138">
                <a:extLst>
                  <a:ext uri="{FF2B5EF4-FFF2-40B4-BE49-F238E27FC236}">
                    <a16:creationId xmlns:a16="http://schemas.microsoft.com/office/drawing/2014/main" id="{AC5F4C9A-EC3D-417B-8507-44FAA7F52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1820"/>
                <a:ext cx="10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0" name="Freeform 139">
                <a:extLst>
                  <a:ext uri="{FF2B5EF4-FFF2-40B4-BE49-F238E27FC236}">
                    <a16:creationId xmlns:a16="http://schemas.microsoft.com/office/drawing/2014/main" id="{91C58D9C-4F89-4FDF-8CF6-20DF0C2C7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5" y="1860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1" name="Freeform 140">
                <a:extLst>
                  <a:ext uri="{FF2B5EF4-FFF2-40B4-BE49-F238E27FC236}">
                    <a16:creationId xmlns:a16="http://schemas.microsoft.com/office/drawing/2014/main" id="{A8E35038-4B05-4B88-B640-19254AC24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3" y="1910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2" name="Freeform 141">
                <a:extLst>
                  <a:ext uri="{FF2B5EF4-FFF2-40B4-BE49-F238E27FC236}">
                    <a16:creationId xmlns:a16="http://schemas.microsoft.com/office/drawing/2014/main" id="{8ED1F1C7-93C9-48CB-8C65-642364FA8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1970"/>
                <a:ext cx="12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3" name="Freeform 142">
                <a:extLst>
                  <a:ext uri="{FF2B5EF4-FFF2-40B4-BE49-F238E27FC236}">
                    <a16:creationId xmlns:a16="http://schemas.microsoft.com/office/drawing/2014/main" id="{D969CC2F-AD44-4FB1-AB46-4E8066778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031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4" name="Freeform 143">
                <a:extLst>
                  <a:ext uri="{FF2B5EF4-FFF2-40B4-BE49-F238E27FC236}">
                    <a16:creationId xmlns:a16="http://schemas.microsoft.com/office/drawing/2014/main" id="{9BBFFF7C-F2FC-4592-A65E-6E983645E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2089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5" name="Freeform 144">
                <a:extLst>
                  <a:ext uri="{FF2B5EF4-FFF2-40B4-BE49-F238E27FC236}">
                    <a16:creationId xmlns:a16="http://schemas.microsoft.com/office/drawing/2014/main" id="{8464C723-93FF-47A0-A5D9-97E98ACCB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153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6" name="Freeform 145">
                <a:extLst>
                  <a:ext uri="{FF2B5EF4-FFF2-40B4-BE49-F238E27FC236}">
                    <a16:creationId xmlns:a16="http://schemas.microsoft.com/office/drawing/2014/main" id="{3968C00B-CA58-44F6-9F9A-5DC51A25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217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7" name="Freeform 146">
                <a:extLst>
                  <a:ext uri="{FF2B5EF4-FFF2-40B4-BE49-F238E27FC236}">
                    <a16:creationId xmlns:a16="http://schemas.microsoft.com/office/drawing/2014/main" id="{5E6FECA7-89EC-45A7-9E3D-688B2DE637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1" y="2279"/>
                <a:ext cx="17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8" name="Freeform 147">
                <a:extLst>
                  <a:ext uri="{FF2B5EF4-FFF2-40B4-BE49-F238E27FC236}">
                    <a16:creationId xmlns:a16="http://schemas.microsoft.com/office/drawing/2014/main" id="{8683AD66-A65A-4FEA-A520-EC0FD6F8D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2341"/>
                <a:ext cx="22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19" name="Freeform 148">
                <a:extLst>
                  <a:ext uri="{FF2B5EF4-FFF2-40B4-BE49-F238E27FC236}">
                    <a16:creationId xmlns:a16="http://schemas.microsoft.com/office/drawing/2014/main" id="{B86A87BA-1FFF-4175-8B74-A67F20092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2405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0" name="Freeform 149">
                <a:extLst>
                  <a:ext uri="{FF2B5EF4-FFF2-40B4-BE49-F238E27FC236}">
                    <a16:creationId xmlns:a16="http://schemas.microsoft.com/office/drawing/2014/main" id="{D7FDC8D2-A11C-49E4-96F8-BFAF53E2E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2457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1" name="Freeform 150">
                <a:extLst>
                  <a:ext uri="{FF2B5EF4-FFF2-40B4-BE49-F238E27FC236}">
                    <a16:creationId xmlns:a16="http://schemas.microsoft.com/office/drawing/2014/main" id="{FD53F1C4-C822-4790-8CAC-6D5FE809B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" y="2514"/>
                <a:ext cx="16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2" name="Freeform 151">
                <a:extLst>
                  <a:ext uri="{FF2B5EF4-FFF2-40B4-BE49-F238E27FC236}">
                    <a16:creationId xmlns:a16="http://schemas.microsoft.com/office/drawing/2014/main" id="{EB8A706D-939D-40AA-AEA8-46CCE1EA5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2562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3" name="Freeform 152">
                <a:extLst>
                  <a:ext uri="{FF2B5EF4-FFF2-40B4-BE49-F238E27FC236}">
                    <a16:creationId xmlns:a16="http://schemas.microsoft.com/office/drawing/2014/main" id="{9FB44741-2EC8-4B3A-81F5-9021A252B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2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4" name="Freeform 153">
                <a:extLst>
                  <a:ext uri="{FF2B5EF4-FFF2-40B4-BE49-F238E27FC236}">
                    <a16:creationId xmlns:a16="http://schemas.microsoft.com/office/drawing/2014/main" id="{EC6E828C-051D-4B5D-B4EC-4A731ECFC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640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5" name="Freeform 154">
                <a:extLst>
                  <a:ext uri="{FF2B5EF4-FFF2-40B4-BE49-F238E27FC236}">
                    <a16:creationId xmlns:a16="http://schemas.microsoft.com/office/drawing/2014/main" id="{981BF904-7C36-47DE-A69E-B8EEBADA4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2662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6" name="Freeform 155">
                <a:extLst>
                  <a:ext uri="{FF2B5EF4-FFF2-40B4-BE49-F238E27FC236}">
                    <a16:creationId xmlns:a16="http://schemas.microsoft.com/office/drawing/2014/main" id="{CE75F04E-A3F8-48D5-8D6B-761FFFDAA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686"/>
                <a:ext cx="22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7" name="Freeform 156">
                <a:extLst>
                  <a:ext uri="{FF2B5EF4-FFF2-40B4-BE49-F238E27FC236}">
                    <a16:creationId xmlns:a16="http://schemas.microsoft.com/office/drawing/2014/main" id="{FBC8A713-13B7-4D19-BCAE-B3E191344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" y="2700"/>
                <a:ext cx="19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8" name="Freeform 157">
                <a:extLst>
                  <a:ext uri="{FF2B5EF4-FFF2-40B4-BE49-F238E27FC236}">
                    <a16:creationId xmlns:a16="http://schemas.microsoft.com/office/drawing/2014/main" id="{A4842AC9-91FF-4F1F-80EB-9F923A5C7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2769"/>
                <a:ext cx="29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29" name="Freeform 158">
                <a:extLst>
                  <a:ext uri="{FF2B5EF4-FFF2-40B4-BE49-F238E27FC236}">
                    <a16:creationId xmlns:a16="http://schemas.microsoft.com/office/drawing/2014/main" id="{5E2DE61F-EB19-432C-A21B-6EB7DCDE4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766"/>
                <a:ext cx="29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0" name="Freeform 159">
                <a:extLst>
                  <a:ext uri="{FF2B5EF4-FFF2-40B4-BE49-F238E27FC236}">
                    <a16:creationId xmlns:a16="http://schemas.microsoft.com/office/drawing/2014/main" id="{F4324539-0AF9-4DE7-AF43-8031FD8E4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755"/>
                <a:ext cx="31" cy="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1" name="Freeform 160">
                <a:extLst>
                  <a:ext uri="{FF2B5EF4-FFF2-40B4-BE49-F238E27FC236}">
                    <a16:creationId xmlns:a16="http://schemas.microsoft.com/office/drawing/2014/main" id="{47F4849E-1F62-4694-B540-0CEE992E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2736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2" name="Freeform 161">
                <a:extLst>
                  <a:ext uri="{FF2B5EF4-FFF2-40B4-BE49-F238E27FC236}">
                    <a16:creationId xmlns:a16="http://schemas.microsoft.com/office/drawing/2014/main" id="{E41574B8-465C-46EA-BD2D-38B431D6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2714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3" name="Freeform 162">
                <a:extLst>
                  <a:ext uri="{FF2B5EF4-FFF2-40B4-BE49-F238E27FC236}">
                    <a16:creationId xmlns:a16="http://schemas.microsoft.com/office/drawing/2014/main" id="{F11739D1-805C-4F02-81FB-1B415350D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2683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4" name="Freeform 163">
                <a:extLst>
                  <a:ext uri="{FF2B5EF4-FFF2-40B4-BE49-F238E27FC236}">
                    <a16:creationId xmlns:a16="http://schemas.microsoft.com/office/drawing/2014/main" id="{775365D0-5F42-4749-9682-4C3EA58C5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2648"/>
                <a:ext cx="23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5" name="Freeform 164">
                <a:extLst>
                  <a:ext uri="{FF2B5EF4-FFF2-40B4-BE49-F238E27FC236}">
                    <a16:creationId xmlns:a16="http://schemas.microsoft.com/office/drawing/2014/main" id="{0756D376-A264-44F9-BABA-F88747966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602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6" name="Freeform 165">
                <a:extLst>
                  <a:ext uri="{FF2B5EF4-FFF2-40B4-BE49-F238E27FC236}">
                    <a16:creationId xmlns:a16="http://schemas.microsoft.com/office/drawing/2014/main" id="{34384485-021A-45A4-9964-531666F40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" y="2557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7" name="Freeform 166">
                <a:extLst>
                  <a:ext uri="{FF2B5EF4-FFF2-40B4-BE49-F238E27FC236}">
                    <a16:creationId xmlns:a16="http://schemas.microsoft.com/office/drawing/2014/main" id="{E267A765-D6D5-44A1-A85E-8694609D6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2502"/>
                <a:ext cx="30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8" name="Freeform 167">
                <a:extLst>
                  <a:ext uri="{FF2B5EF4-FFF2-40B4-BE49-F238E27FC236}">
                    <a16:creationId xmlns:a16="http://schemas.microsoft.com/office/drawing/2014/main" id="{8C093AA3-3897-4AC7-B1FE-A0B65863B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2445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39" name="Freeform 168">
                <a:extLst>
                  <a:ext uri="{FF2B5EF4-FFF2-40B4-BE49-F238E27FC236}">
                    <a16:creationId xmlns:a16="http://schemas.microsoft.com/office/drawing/2014/main" id="{EB72B409-F66A-4AE7-80FC-D60DA1045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2381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0" name="Freeform 169">
                <a:extLst>
                  <a:ext uri="{FF2B5EF4-FFF2-40B4-BE49-F238E27FC236}">
                    <a16:creationId xmlns:a16="http://schemas.microsoft.com/office/drawing/2014/main" id="{211C4359-E6A0-4B05-92B1-90048F825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2319"/>
                <a:ext cx="41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1" name="Freeform 170">
                <a:extLst>
                  <a:ext uri="{FF2B5EF4-FFF2-40B4-BE49-F238E27FC236}">
                    <a16:creationId xmlns:a16="http://schemas.microsoft.com/office/drawing/2014/main" id="{E7C092EB-9FE7-413F-8056-6112FC1D2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2257"/>
                <a:ext cx="38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2" name="Freeform 171">
                <a:extLst>
                  <a:ext uri="{FF2B5EF4-FFF2-40B4-BE49-F238E27FC236}">
                    <a16:creationId xmlns:a16="http://schemas.microsoft.com/office/drawing/2014/main" id="{60AF193A-602B-46B7-8895-0C61B60CF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7" y="2193"/>
                <a:ext cx="38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3" name="Freeform 172">
                <a:extLst>
                  <a:ext uri="{FF2B5EF4-FFF2-40B4-BE49-F238E27FC236}">
                    <a16:creationId xmlns:a16="http://schemas.microsoft.com/office/drawing/2014/main" id="{67F51412-6A42-4E40-9236-98CE08001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2129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4" name="Freeform 173">
                <a:extLst>
                  <a:ext uri="{FF2B5EF4-FFF2-40B4-BE49-F238E27FC236}">
                    <a16:creationId xmlns:a16="http://schemas.microsoft.com/office/drawing/2014/main" id="{F5A5749C-257F-4597-BE2E-990B793A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2065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5" name="Freeform 174">
                <a:extLst>
                  <a:ext uri="{FF2B5EF4-FFF2-40B4-BE49-F238E27FC236}">
                    <a16:creationId xmlns:a16="http://schemas.microsoft.com/office/drawing/2014/main" id="{410DA94C-35E9-4F40-BEAC-AAD9D832A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2003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6" name="Freeform 175">
                <a:extLst>
                  <a:ext uri="{FF2B5EF4-FFF2-40B4-BE49-F238E27FC236}">
                    <a16:creationId xmlns:a16="http://schemas.microsoft.com/office/drawing/2014/main" id="{D453A114-BA21-404B-BE3F-6149AD6D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1948"/>
                <a:ext cx="28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7" name="Freeform 176">
                <a:extLst>
                  <a:ext uri="{FF2B5EF4-FFF2-40B4-BE49-F238E27FC236}">
                    <a16:creationId xmlns:a16="http://schemas.microsoft.com/office/drawing/2014/main" id="{4E8DAE00-3266-419A-9160-7195A3515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889"/>
                <a:ext cx="33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8" name="Freeform 177">
                <a:extLst>
                  <a:ext uri="{FF2B5EF4-FFF2-40B4-BE49-F238E27FC236}">
                    <a16:creationId xmlns:a16="http://schemas.microsoft.com/office/drawing/2014/main" id="{9D11D0F9-AD2F-48E8-80B1-024AD23F5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1839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49" name="Freeform 178">
                <a:extLst>
                  <a:ext uri="{FF2B5EF4-FFF2-40B4-BE49-F238E27FC236}">
                    <a16:creationId xmlns:a16="http://schemas.microsoft.com/office/drawing/2014/main" id="{AE87EF34-5194-4646-A682-6A1F88732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0" y="1789"/>
                <a:ext cx="27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0" name="Freeform 179">
                <a:extLst>
                  <a:ext uri="{FF2B5EF4-FFF2-40B4-BE49-F238E27FC236}">
                    <a16:creationId xmlns:a16="http://schemas.microsoft.com/office/drawing/2014/main" id="{0323260D-D668-42E7-B911-52966927A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746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1" name="Freeform 180">
                <a:extLst>
                  <a:ext uri="{FF2B5EF4-FFF2-40B4-BE49-F238E27FC236}">
                    <a16:creationId xmlns:a16="http://schemas.microsoft.com/office/drawing/2014/main" id="{82EAC869-7B2F-4928-BFEA-30C6C1E61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1708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2" name="Freeform 181">
                <a:extLst>
                  <a:ext uri="{FF2B5EF4-FFF2-40B4-BE49-F238E27FC236}">
                    <a16:creationId xmlns:a16="http://schemas.microsoft.com/office/drawing/2014/main" id="{19B37A43-9101-4F5A-ABAD-FAE44C4D0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1675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3" name="Freeform 182">
                <a:extLst>
                  <a:ext uri="{FF2B5EF4-FFF2-40B4-BE49-F238E27FC236}">
                    <a16:creationId xmlns:a16="http://schemas.microsoft.com/office/drawing/2014/main" id="{377211D3-ADB6-44CF-A6FD-F271FA908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1653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4" name="Freeform 183">
                <a:extLst>
                  <a:ext uri="{FF2B5EF4-FFF2-40B4-BE49-F238E27FC236}">
                    <a16:creationId xmlns:a16="http://schemas.microsoft.com/office/drawing/2014/main" id="{92266585-78BD-4B7D-B098-6C650C8EB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1632"/>
                <a:ext cx="34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5" name="Freeform 184">
                <a:extLst>
                  <a:ext uri="{FF2B5EF4-FFF2-40B4-BE49-F238E27FC236}">
                    <a16:creationId xmlns:a16="http://schemas.microsoft.com/office/drawing/2014/main" id="{DDA23D1D-E91F-4D8C-87A4-55EBF5857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622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6" name="Freeform 185">
                <a:extLst>
                  <a:ext uri="{FF2B5EF4-FFF2-40B4-BE49-F238E27FC236}">
                    <a16:creationId xmlns:a16="http://schemas.microsoft.com/office/drawing/2014/main" id="{95EA9BBC-4BD6-4E2D-B6C8-76A0BA88A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1620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7" name="Freeform 186">
                <a:extLst>
                  <a:ext uri="{FF2B5EF4-FFF2-40B4-BE49-F238E27FC236}">
                    <a16:creationId xmlns:a16="http://schemas.microsoft.com/office/drawing/2014/main" id="{E513D5B1-2A3E-4559-926F-D40E3A0B3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1622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8" name="Freeform 187">
                <a:extLst>
                  <a:ext uri="{FF2B5EF4-FFF2-40B4-BE49-F238E27FC236}">
                    <a16:creationId xmlns:a16="http://schemas.microsoft.com/office/drawing/2014/main" id="{CBDA6503-240D-4388-8C6D-3F2460ACE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1629"/>
                <a:ext cx="33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59" name="Freeform 188">
                <a:extLst>
                  <a:ext uri="{FF2B5EF4-FFF2-40B4-BE49-F238E27FC236}">
                    <a16:creationId xmlns:a16="http://schemas.microsoft.com/office/drawing/2014/main" id="{8D2BEDAF-D522-4BFF-9282-9AE69C2A6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1653"/>
                <a:ext cx="26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0" name="Freeform 189">
                <a:extLst>
                  <a:ext uri="{FF2B5EF4-FFF2-40B4-BE49-F238E27FC236}">
                    <a16:creationId xmlns:a16="http://schemas.microsoft.com/office/drawing/2014/main" id="{48551BD3-C3FA-4FB3-B6A3-C776D02D2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1677"/>
                <a:ext cx="26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1" name="Freeform 190">
                <a:extLst>
                  <a:ext uri="{FF2B5EF4-FFF2-40B4-BE49-F238E27FC236}">
                    <a16:creationId xmlns:a16="http://schemas.microsoft.com/office/drawing/2014/main" id="{9CCF240C-4FAF-4567-AF9D-955864401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1703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2" name="Freeform 191">
                <a:extLst>
                  <a:ext uri="{FF2B5EF4-FFF2-40B4-BE49-F238E27FC236}">
                    <a16:creationId xmlns:a16="http://schemas.microsoft.com/office/drawing/2014/main" id="{4C18512C-FFD2-4B5C-B308-F217AEA1F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744"/>
                <a:ext cx="31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3" name="Freeform 192">
                <a:extLst>
                  <a:ext uri="{FF2B5EF4-FFF2-40B4-BE49-F238E27FC236}">
                    <a16:creationId xmlns:a16="http://schemas.microsoft.com/office/drawing/2014/main" id="{FEDC4D86-3B7F-4B27-BAF4-F29EE716F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1784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4" name="Freeform 193">
                <a:extLst>
                  <a:ext uri="{FF2B5EF4-FFF2-40B4-BE49-F238E27FC236}">
                    <a16:creationId xmlns:a16="http://schemas.microsoft.com/office/drawing/2014/main" id="{A5D0E5C8-3D8A-4DBE-8DAF-F028357B9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1834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5" name="Freeform 194">
                <a:extLst>
                  <a:ext uri="{FF2B5EF4-FFF2-40B4-BE49-F238E27FC236}">
                    <a16:creationId xmlns:a16="http://schemas.microsoft.com/office/drawing/2014/main" id="{3920BD7D-17D9-4F28-9D6B-B47C959B5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1884"/>
                <a:ext cx="31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6" name="Freeform 195">
                <a:extLst>
                  <a:ext uri="{FF2B5EF4-FFF2-40B4-BE49-F238E27FC236}">
                    <a16:creationId xmlns:a16="http://schemas.microsoft.com/office/drawing/2014/main" id="{7095299F-ED52-439A-9807-46343101F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1946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7" name="Freeform 196">
                <a:extLst>
                  <a:ext uri="{FF2B5EF4-FFF2-40B4-BE49-F238E27FC236}">
                    <a16:creationId xmlns:a16="http://schemas.microsoft.com/office/drawing/2014/main" id="{3522ABE6-E2D7-4376-91ED-0F40A982B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008"/>
                <a:ext cx="17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8" name="Freeform 197">
                <a:extLst>
                  <a:ext uri="{FF2B5EF4-FFF2-40B4-BE49-F238E27FC236}">
                    <a16:creationId xmlns:a16="http://schemas.microsoft.com/office/drawing/2014/main" id="{C49AAAC6-02D9-44D1-9BD2-9F06990F1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2062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69" name="Freeform 198">
                <a:extLst>
                  <a:ext uri="{FF2B5EF4-FFF2-40B4-BE49-F238E27FC236}">
                    <a16:creationId xmlns:a16="http://schemas.microsoft.com/office/drawing/2014/main" id="{5F1F24DD-6AF9-42F2-B803-A40268DCC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127"/>
                <a:ext cx="33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0" name="Freeform 199">
                <a:extLst>
                  <a:ext uri="{FF2B5EF4-FFF2-40B4-BE49-F238E27FC236}">
                    <a16:creationId xmlns:a16="http://schemas.microsoft.com/office/drawing/2014/main" id="{FFD9B26E-7365-4B3E-A976-CCCE63B74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2191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1" name="Freeform 200">
                <a:extLst>
                  <a:ext uri="{FF2B5EF4-FFF2-40B4-BE49-F238E27FC236}">
                    <a16:creationId xmlns:a16="http://schemas.microsoft.com/office/drawing/2014/main" id="{D2E0433D-B70F-4A68-805F-901E32D2D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255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2" name="Freeform 201">
                <a:extLst>
                  <a:ext uri="{FF2B5EF4-FFF2-40B4-BE49-F238E27FC236}">
                    <a16:creationId xmlns:a16="http://schemas.microsoft.com/office/drawing/2014/main" id="{635F1350-0B8D-4C79-A29F-806F9CC5F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2317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3" name="Freeform 202">
                <a:extLst>
                  <a:ext uri="{FF2B5EF4-FFF2-40B4-BE49-F238E27FC236}">
                    <a16:creationId xmlns:a16="http://schemas.microsoft.com/office/drawing/2014/main" id="{D19E600C-C149-4948-8E42-5F0CD715F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384"/>
                <a:ext cx="24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4" name="Freeform 203">
                <a:extLst>
                  <a:ext uri="{FF2B5EF4-FFF2-40B4-BE49-F238E27FC236}">
                    <a16:creationId xmlns:a16="http://schemas.microsoft.com/office/drawing/2014/main" id="{4BAB306E-739D-4833-8CFF-DEEF4E5EA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2441"/>
                <a:ext cx="34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975" name="Freeform 204">
                <a:extLst>
                  <a:ext uri="{FF2B5EF4-FFF2-40B4-BE49-F238E27FC236}">
                    <a16:creationId xmlns:a16="http://schemas.microsoft.com/office/drawing/2014/main" id="{BDF38BAC-8528-4CB0-83A5-00B197F7C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2498"/>
                <a:ext cx="34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6" name="Group 406">
              <a:extLst>
                <a:ext uri="{FF2B5EF4-FFF2-40B4-BE49-F238E27FC236}">
                  <a16:creationId xmlns:a16="http://schemas.microsoft.com/office/drawing/2014/main" id="{A0B7CCD7-0E3C-4CA9-8617-97A2CF0EF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8063" y="2224088"/>
              <a:ext cx="2566988" cy="2555875"/>
              <a:chOff x="3035" y="1401"/>
              <a:chExt cx="1617" cy="1610"/>
            </a:xfrm>
            <a:grpFill/>
          </p:grpSpPr>
          <p:sp>
            <p:nvSpPr>
              <p:cNvPr id="576" name="Freeform 206">
                <a:extLst>
                  <a:ext uri="{FF2B5EF4-FFF2-40B4-BE49-F238E27FC236}">
                    <a16:creationId xmlns:a16="http://schemas.microsoft.com/office/drawing/2014/main" id="{162514DB-CF81-4A7D-B3CD-D9E90AD61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2552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7" name="Freeform 207">
                <a:extLst>
                  <a:ext uri="{FF2B5EF4-FFF2-40B4-BE49-F238E27FC236}">
                    <a16:creationId xmlns:a16="http://schemas.microsoft.com/office/drawing/2014/main" id="{36EB754F-0251-47A6-A053-E3CD7C820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2595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8" name="Freeform 208">
                <a:extLst>
                  <a:ext uri="{FF2B5EF4-FFF2-40B4-BE49-F238E27FC236}">
                    <a16:creationId xmlns:a16="http://schemas.microsoft.com/office/drawing/2014/main" id="{E2EB589D-D602-4216-AE3F-452016A86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643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9" name="Freeform 209">
                <a:extLst>
                  <a:ext uri="{FF2B5EF4-FFF2-40B4-BE49-F238E27FC236}">
                    <a16:creationId xmlns:a16="http://schemas.microsoft.com/office/drawing/2014/main" id="{6140F532-EC4E-4111-9620-9A17680E9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78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0" name="Freeform 210">
                <a:extLst>
                  <a:ext uri="{FF2B5EF4-FFF2-40B4-BE49-F238E27FC236}">
                    <a16:creationId xmlns:a16="http://schemas.microsoft.com/office/drawing/2014/main" id="{C1B616B1-1C74-4F09-8918-EA81322D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2714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1" name="Freeform 211">
                <a:extLst>
                  <a:ext uri="{FF2B5EF4-FFF2-40B4-BE49-F238E27FC236}">
                    <a16:creationId xmlns:a16="http://schemas.microsoft.com/office/drawing/2014/main" id="{2D695074-F95D-4B2B-8EDA-94FB4DDA9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2736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2" name="Freeform 212">
                <a:extLst>
                  <a:ext uri="{FF2B5EF4-FFF2-40B4-BE49-F238E27FC236}">
                    <a16:creationId xmlns:a16="http://schemas.microsoft.com/office/drawing/2014/main" id="{0E5FFF1C-5B8C-477B-8CB8-666DC819E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2755"/>
                <a:ext cx="34" cy="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3" name="Freeform 213">
                <a:extLst>
                  <a:ext uri="{FF2B5EF4-FFF2-40B4-BE49-F238E27FC236}">
                    <a16:creationId xmlns:a16="http://schemas.microsoft.com/office/drawing/2014/main" id="{534C10B3-FD53-4071-8D9B-65FED8072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2766"/>
                <a:ext cx="30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4" name="Freeform 214">
                <a:extLst>
                  <a:ext uri="{FF2B5EF4-FFF2-40B4-BE49-F238E27FC236}">
                    <a16:creationId xmlns:a16="http://schemas.microsoft.com/office/drawing/2014/main" id="{63E46325-054B-494F-B65B-CE3B35962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840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5" name="Freeform 215">
                <a:extLst>
                  <a:ext uri="{FF2B5EF4-FFF2-40B4-BE49-F238E27FC236}">
                    <a16:creationId xmlns:a16="http://schemas.microsoft.com/office/drawing/2014/main" id="{06A0E745-9B06-474F-8969-06C65837F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2838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6" name="Freeform 216">
                <a:extLst>
                  <a:ext uri="{FF2B5EF4-FFF2-40B4-BE49-F238E27FC236}">
                    <a16:creationId xmlns:a16="http://schemas.microsoft.com/office/drawing/2014/main" id="{A7850018-1A20-4558-BC13-0C20968CB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828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7" name="Freeform 217">
                <a:extLst>
                  <a:ext uri="{FF2B5EF4-FFF2-40B4-BE49-F238E27FC236}">
                    <a16:creationId xmlns:a16="http://schemas.microsoft.com/office/drawing/2014/main" id="{373F06DA-1BFD-402A-B154-5C96E116B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2814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8" name="Freeform 218">
                <a:extLst>
                  <a:ext uri="{FF2B5EF4-FFF2-40B4-BE49-F238E27FC236}">
                    <a16:creationId xmlns:a16="http://schemas.microsoft.com/office/drawing/2014/main" id="{E707423C-AD36-43DA-84F4-0C75F18CE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2790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89" name="Freeform 219">
                <a:extLst>
                  <a:ext uri="{FF2B5EF4-FFF2-40B4-BE49-F238E27FC236}">
                    <a16:creationId xmlns:a16="http://schemas.microsoft.com/office/drawing/2014/main" id="{25E1296B-0AF4-4FE4-AF85-4295FBE8E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2762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0" name="Freeform 220">
                <a:extLst>
                  <a:ext uri="{FF2B5EF4-FFF2-40B4-BE49-F238E27FC236}">
                    <a16:creationId xmlns:a16="http://schemas.microsoft.com/office/drawing/2014/main" id="{FC121DF0-5619-4C96-BB75-56297512F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731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1" name="Freeform 221">
                <a:extLst>
                  <a:ext uri="{FF2B5EF4-FFF2-40B4-BE49-F238E27FC236}">
                    <a16:creationId xmlns:a16="http://schemas.microsoft.com/office/drawing/2014/main" id="{1BF2CD60-795C-4C31-99FE-D7108BAA6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690"/>
                <a:ext cx="29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2" name="Freeform 222">
                <a:extLst>
                  <a:ext uri="{FF2B5EF4-FFF2-40B4-BE49-F238E27FC236}">
                    <a16:creationId xmlns:a16="http://schemas.microsoft.com/office/drawing/2014/main" id="{D235965B-3587-48EB-BB9E-3519EE415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648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3" name="Freeform 223">
                <a:extLst>
                  <a:ext uri="{FF2B5EF4-FFF2-40B4-BE49-F238E27FC236}">
                    <a16:creationId xmlns:a16="http://schemas.microsoft.com/office/drawing/2014/main" id="{2FDF852F-AD00-45A4-8922-EE61CC179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600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4" name="Freeform 224">
                <a:extLst>
                  <a:ext uri="{FF2B5EF4-FFF2-40B4-BE49-F238E27FC236}">
                    <a16:creationId xmlns:a16="http://schemas.microsoft.com/office/drawing/2014/main" id="{C3D381D9-2B7D-4257-9678-2E022B0F6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5" y="2548"/>
                <a:ext cx="28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5" name="Freeform 225">
                <a:extLst>
                  <a:ext uri="{FF2B5EF4-FFF2-40B4-BE49-F238E27FC236}">
                    <a16:creationId xmlns:a16="http://schemas.microsoft.com/office/drawing/2014/main" id="{34AFB6B6-8A30-4E04-A39A-2BA0C84CF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2488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6" name="Freeform 226">
                <a:extLst>
                  <a:ext uri="{FF2B5EF4-FFF2-40B4-BE49-F238E27FC236}">
                    <a16:creationId xmlns:a16="http://schemas.microsoft.com/office/drawing/2014/main" id="{7F94E747-75D9-4BAA-805F-33EA303E6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2429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7" name="Freeform 227">
                <a:extLst>
                  <a:ext uri="{FF2B5EF4-FFF2-40B4-BE49-F238E27FC236}">
                    <a16:creationId xmlns:a16="http://schemas.microsoft.com/office/drawing/2014/main" id="{EA978CFD-7E00-4344-AB26-0EDF7AB65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2" y="2369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8" name="Freeform 228">
                <a:extLst>
                  <a:ext uri="{FF2B5EF4-FFF2-40B4-BE49-F238E27FC236}">
                    <a16:creationId xmlns:a16="http://schemas.microsoft.com/office/drawing/2014/main" id="{B9DFFE52-E06F-494D-B924-E492B05E7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2305"/>
                <a:ext cx="40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99" name="Freeform 229">
                <a:extLst>
                  <a:ext uri="{FF2B5EF4-FFF2-40B4-BE49-F238E27FC236}">
                    <a16:creationId xmlns:a16="http://schemas.microsoft.com/office/drawing/2014/main" id="{2ABFEAC4-6EE4-4834-AB2D-BF3935320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6" y="2238"/>
                <a:ext cx="40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0" name="Freeform 230">
                <a:extLst>
                  <a:ext uri="{FF2B5EF4-FFF2-40B4-BE49-F238E27FC236}">
                    <a16:creationId xmlns:a16="http://schemas.microsoft.com/office/drawing/2014/main" id="{6FBDA1B8-1312-4E7A-9E91-705C1CCF7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174"/>
                <a:ext cx="43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1" name="Freeform 231">
                <a:extLst>
                  <a:ext uri="{FF2B5EF4-FFF2-40B4-BE49-F238E27FC236}">
                    <a16:creationId xmlns:a16="http://schemas.microsoft.com/office/drawing/2014/main" id="{E228FEFB-4155-4F18-A110-E43E27653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2110"/>
                <a:ext cx="43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2" name="Freeform 232">
                <a:extLst>
                  <a:ext uri="{FF2B5EF4-FFF2-40B4-BE49-F238E27FC236}">
                    <a16:creationId xmlns:a16="http://schemas.microsoft.com/office/drawing/2014/main" id="{3A81EA03-63BD-477F-A20B-293D295F6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046"/>
                <a:ext cx="40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3" name="Freeform 233">
                <a:extLst>
                  <a:ext uri="{FF2B5EF4-FFF2-40B4-BE49-F238E27FC236}">
                    <a16:creationId xmlns:a16="http://schemas.microsoft.com/office/drawing/2014/main" id="{6B48F1CC-4FF4-4F63-8E25-E841CDE6E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1984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4" name="Freeform 234">
                <a:extLst>
                  <a:ext uri="{FF2B5EF4-FFF2-40B4-BE49-F238E27FC236}">
                    <a16:creationId xmlns:a16="http://schemas.microsoft.com/office/drawing/2014/main" id="{BADE79DA-AA4D-4BB2-92D2-13F19B863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" y="1924"/>
                <a:ext cx="43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5" name="Freeform 235">
                <a:extLst>
                  <a:ext uri="{FF2B5EF4-FFF2-40B4-BE49-F238E27FC236}">
                    <a16:creationId xmlns:a16="http://schemas.microsoft.com/office/drawing/2014/main" id="{76A389DF-2679-46DE-B632-C0B796BAE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" y="1865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6" name="Freeform 236">
                <a:extLst>
                  <a:ext uri="{FF2B5EF4-FFF2-40B4-BE49-F238E27FC236}">
                    <a16:creationId xmlns:a16="http://schemas.microsoft.com/office/drawing/2014/main" id="{DD9BC18A-013A-4451-A161-EE15AC869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813"/>
                <a:ext cx="41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7" name="Freeform 237">
                <a:extLst>
                  <a:ext uri="{FF2B5EF4-FFF2-40B4-BE49-F238E27FC236}">
                    <a16:creationId xmlns:a16="http://schemas.microsoft.com/office/drawing/2014/main" id="{5931DA98-71D3-4576-9C00-8B2642602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2" y="1758"/>
                <a:ext cx="46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8" name="Freeform 238">
                <a:extLst>
                  <a:ext uri="{FF2B5EF4-FFF2-40B4-BE49-F238E27FC236}">
                    <a16:creationId xmlns:a16="http://schemas.microsoft.com/office/drawing/2014/main" id="{FB9BDB06-E161-42CC-AA41-3EBC03F34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" y="1717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09" name="Freeform 239">
                <a:extLst>
                  <a:ext uri="{FF2B5EF4-FFF2-40B4-BE49-F238E27FC236}">
                    <a16:creationId xmlns:a16="http://schemas.microsoft.com/office/drawing/2014/main" id="{C626E64B-DF1E-4526-B0FD-3851C750E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5" y="1670"/>
                <a:ext cx="48" cy="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0" name="Freeform 240">
                <a:extLst>
                  <a:ext uri="{FF2B5EF4-FFF2-40B4-BE49-F238E27FC236}">
                    <a16:creationId xmlns:a16="http://schemas.microsoft.com/office/drawing/2014/main" id="{4A46E577-DEFE-4517-966C-0D72E6140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1637"/>
                <a:ext cx="41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1" name="Freeform 241">
                <a:extLst>
                  <a:ext uri="{FF2B5EF4-FFF2-40B4-BE49-F238E27FC236}">
                    <a16:creationId xmlns:a16="http://schemas.microsoft.com/office/drawing/2014/main" id="{F366877E-5480-4BC9-9340-67A32FE3E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1603"/>
                <a:ext cx="45" cy="4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2" name="Freeform 242">
                <a:extLst>
                  <a:ext uri="{FF2B5EF4-FFF2-40B4-BE49-F238E27FC236}">
                    <a16:creationId xmlns:a16="http://schemas.microsoft.com/office/drawing/2014/main" id="{5B77C967-D36D-49F4-9D3C-56776D0F3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1582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3" name="Freeform 243">
                <a:extLst>
                  <a:ext uri="{FF2B5EF4-FFF2-40B4-BE49-F238E27FC236}">
                    <a16:creationId xmlns:a16="http://schemas.microsoft.com/office/drawing/2014/main" id="{5A167DEB-D894-41AD-998F-600D465F0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1558"/>
                <a:ext cx="47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4" name="Freeform 244">
                <a:extLst>
                  <a:ext uri="{FF2B5EF4-FFF2-40B4-BE49-F238E27FC236}">
                    <a16:creationId xmlns:a16="http://schemas.microsoft.com/office/drawing/2014/main" id="{55075E89-C1BF-406D-94C7-F6C6410B2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546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5" name="Freeform 245">
                <a:extLst>
                  <a:ext uri="{FF2B5EF4-FFF2-40B4-BE49-F238E27FC236}">
                    <a16:creationId xmlns:a16="http://schemas.microsoft.com/office/drawing/2014/main" id="{D5C8D970-4E9F-4AC9-AAC1-E7E112BDD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1539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6" name="Freeform 246">
                <a:extLst>
                  <a:ext uri="{FF2B5EF4-FFF2-40B4-BE49-F238E27FC236}">
                    <a16:creationId xmlns:a16="http://schemas.microsoft.com/office/drawing/2014/main" id="{62BA07AF-BB26-49C9-9277-A0DB650B7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1539"/>
                <a:ext cx="43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7" name="Freeform 247">
                <a:extLst>
                  <a:ext uri="{FF2B5EF4-FFF2-40B4-BE49-F238E27FC236}">
                    <a16:creationId xmlns:a16="http://schemas.microsoft.com/office/drawing/2014/main" id="{CE2280E4-50D4-4F61-AC93-E70B59CF1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1546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8" name="Freeform 248">
                <a:extLst>
                  <a:ext uri="{FF2B5EF4-FFF2-40B4-BE49-F238E27FC236}">
                    <a16:creationId xmlns:a16="http://schemas.microsoft.com/office/drawing/2014/main" id="{194962C8-306E-4178-8087-6E46C0BC8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" y="1558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19" name="Freeform 249">
                <a:extLst>
                  <a:ext uri="{FF2B5EF4-FFF2-40B4-BE49-F238E27FC236}">
                    <a16:creationId xmlns:a16="http://schemas.microsoft.com/office/drawing/2014/main" id="{486159CE-BB51-4DF5-9030-E5E024140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580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0" name="Freeform 250">
                <a:extLst>
                  <a:ext uri="{FF2B5EF4-FFF2-40B4-BE49-F238E27FC236}">
                    <a16:creationId xmlns:a16="http://schemas.microsoft.com/office/drawing/2014/main" id="{AA8F9D32-2989-4B34-B041-8C87281FA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1603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1" name="Freeform 251">
                <a:extLst>
                  <a:ext uri="{FF2B5EF4-FFF2-40B4-BE49-F238E27FC236}">
                    <a16:creationId xmlns:a16="http://schemas.microsoft.com/office/drawing/2014/main" id="{95767458-3638-4050-AD88-DFADDF7FD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1634"/>
                <a:ext cx="41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2" name="Freeform 252">
                <a:extLst>
                  <a:ext uri="{FF2B5EF4-FFF2-40B4-BE49-F238E27FC236}">
                    <a16:creationId xmlns:a16="http://schemas.microsoft.com/office/drawing/2014/main" id="{624B513F-D14C-4D74-830D-307AD0C31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672"/>
                <a:ext cx="40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3" name="Freeform 253">
                <a:extLst>
                  <a:ext uri="{FF2B5EF4-FFF2-40B4-BE49-F238E27FC236}">
                    <a16:creationId xmlns:a16="http://schemas.microsoft.com/office/drawing/2014/main" id="{5E0A13D8-89F9-4E16-A700-458D52522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713"/>
                <a:ext cx="38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4" name="Freeform 254">
                <a:extLst>
                  <a:ext uri="{FF2B5EF4-FFF2-40B4-BE49-F238E27FC236}">
                    <a16:creationId xmlns:a16="http://schemas.microsoft.com/office/drawing/2014/main" id="{8D3DDD66-D184-42E3-8F28-5B7D6AC3A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3" y="1756"/>
                <a:ext cx="47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5" name="Freeform 255">
                <a:extLst>
                  <a:ext uri="{FF2B5EF4-FFF2-40B4-BE49-F238E27FC236}">
                    <a16:creationId xmlns:a16="http://schemas.microsoft.com/office/drawing/2014/main" id="{2EDCD0AA-874E-4417-93CC-953F744F7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1808"/>
                <a:ext cx="41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6" name="Freeform 256">
                <a:extLst>
                  <a:ext uri="{FF2B5EF4-FFF2-40B4-BE49-F238E27FC236}">
                    <a16:creationId xmlns:a16="http://schemas.microsoft.com/office/drawing/2014/main" id="{DADE60C1-D3CF-493F-B0C2-5EF464F9F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860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7" name="Freeform 257">
                <a:extLst>
                  <a:ext uri="{FF2B5EF4-FFF2-40B4-BE49-F238E27FC236}">
                    <a16:creationId xmlns:a16="http://schemas.microsoft.com/office/drawing/2014/main" id="{63C45208-B3F8-42F8-ABC6-B5E9736DC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17"/>
                <a:ext cx="42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8" name="Freeform 258">
                <a:extLst>
                  <a:ext uri="{FF2B5EF4-FFF2-40B4-BE49-F238E27FC236}">
                    <a16:creationId xmlns:a16="http://schemas.microsoft.com/office/drawing/2014/main" id="{48CA9B0C-F8FA-49B2-8969-49DA64858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1982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29" name="Freeform 259">
                <a:extLst>
                  <a:ext uri="{FF2B5EF4-FFF2-40B4-BE49-F238E27FC236}">
                    <a16:creationId xmlns:a16="http://schemas.microsoft.com/office/drawing/2014/main" id="{55A205CC-014C-47AA-8288-3CC1AC8C1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2039"/>
                <a:ext cx="45" cy="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0" name="Freeform 260">
                <a:extLst>
                  <a:ext uri="{FF2B5EF4-FFF2-40B4-BE49-F238E27FC236}">
                    <a16:creationId xmlns:a16="http://schemas.microsoft.com/office/drawing/2014/main" id="{D35D2C85-D4CB-4817-BF65-105322D0CF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" y="2103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1" name="Freeform 261">
                <a:extLst>
                  <a:ext uri="{FF2B5EF4-FFF2-40B4-BE49-F238E27FC236}">
                    <a16:creationId xmlns:a16="http://schemas.microsoft.com/office/drawing/2014/main" id="{B5B5772B-3AE5-4DAE-9EAE-3EA85FB66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7" y="2169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2" name="Freeform 262">
                <a:extLst>
                  <a:ext uri="{FF2B5EF4-FFF2-40B4-BE49-F238E27FC236}">
                    <a16:creationId xmlns:a16="http://schemas.microsoft.com/office/drawing/2014/main" id="{CF74BE5F-2DB8-4146-9BC9-C37F9BF02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7" y="2234"/>
                <a:ext cx="42" cy="4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3" name="Freeform 263">
                <a:extLst>
                  <a:ext uri="{FF2B5EF4-FFF2-40B4-BE49-F238E27FC236}">
                    <a16:creationId xmlns:a16="http://schemas.microsoft.com/office/drawing/2014/main" id="{EFA1B44B-AD42-4656-9116-3564E41B7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" y="2298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4" name="Freeform 264">
                <a:extLst>
                  <a:ext uri="{FF2B5EF4-FFF2-40B4-BE49-F238E27FC236}">
                    <a16:creationId xmlns:a16="http://schemas.microsoft.com/office/drawing/2014/main" id="{1D3DB5B2-B287-4687-B715-5F99F40C6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2360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5" name="Freeform 265">
                <a:extLst>
                  <a:ext uri="{FF2B5EF4-FFF2-40B4-BE49-F238E27FC236}">
                    <a16:creationId xmlns:a16="http://schemas.microsoft.com/office/drawing/2014/main" id="{209F76E2-476A-4128-AA2E-5A89CD744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424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6" name="Freeform 266">
                <a:extLst>
                  <a:ext uri="{FF2B5EF4-FFF2-40B4-BE49-F238E27FC236}">
                    <a16:creationId xmlns:a16="http://schemas.microsoft.com/office/drawing/2014/main" id="{595537D1-0F2C-4BA7-BF3F-DA384EC98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481"/>
                <a:ext cx="42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7" name="Freeform 267">
                <a:extLst>
                  <a:ext uri="{FF2B5EF4-FFF2-40B4-BE49-F238E27FC236}">
                    <a16:creationId xmlns:a16="http://schemas.microsoft.com/office/drawing/2014/main" id="{B694D753-323E-4876-9DB2-EF2FE647F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9" y="2540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8" name="Freeform 268">
                <a:extLst>
                  <a:ext uri="{FF2B5EF4-FFF2-40B4-BE49-F238E27FC236}">
                    <a16:creationId xmlns:a16="http://schemas.microsoft.com/office/drawing/2014/main" id="{1EACE44A-E146-486D-8F35-8EF5CA7A9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2590"/>
                <a:ext cx="40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39" name="Freeform 269">
                <a:extLst>
                  <a:ext uri="{FF2B5EF4-FFF2-40B4-BE49-F238E27FC236}">
                    <a16:creationId xmlns:a16="http://schemas.microsoft.com/office/drawing/2014/main" id="{068AEBD5-3D85-4394-9AB7-70F4109D6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640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0" name="Freeform 270">
                <a:extLst>
                  <a:ext uri="{FF2B5EF4-FFF2-40B4-BE49-F238E27FC236}">
                    <a16:creationId xmlns:a16="http://schemas.microsoft.com/office/drawing/2014/main" id="{EB553E23-5975-4EE2-8F5D-FF24E4C72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1" y="2686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1" name="Freeform 271">
                <a:extLst>
                  <a:ext uri="{FF2B5EF4-FFF2-40B4-BE49-F238E27FC236}">
                    <a16:creationId xmlns:a16="http://schemas.microsoft.com/office/drawing/2014/main" id="{098068A2-178D-48DB-8E01-AEF8D5B9E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2724"/>
                <a:ext cx="35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2" name="Freeform 272">
                <a:extLst>
                  <a:ext uri="{FF2B5EF4-FFF2-40B4-BE49-F238E27FC236}">
                    <a16:creationId xmlns:a16="http://schemas.microsoft.com/office/drawing/2014/main" id="{480B7F25-650F-4854-BF74-E55914F66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2759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3" name="Freeform 273">
                <a:extLst>
                  <a:ext uri="{FF2B5EF4-FFF2-40B4-BE49-F238E27FC236}">
                    <a16:creationId xmlns:a16="http://schemas.microsoft.com/office/drawing/2014/main" id="{7D56A440-D3C7-4A65-866D-F6DF21140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2788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4" name="Freeform 274">
                <a:extLst>
                  <a:ext uri="{FF2B5EF4-FFF2-40B4-BE49-F238E27FC236}">
                    <a16:creationId xmlns:a16="http://schemas.microsoft.com/office/drawing/2014/main" id="{45D87F7D-8A54-42E1-BB73-70DA67F4F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2812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5" name="Freeform 275">
                <a:extLst>
                  <a:ext uri="{FF2B5EF4-FFF2-40B4-BE49-F238E27FC236}">
                    <a16:creationId xmlns:a16="http://schemas.microsoft.com/office/drawing/2014/main" id="{9898506D-617F-4452-8AC6-C38494ED0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2826"/>
                <a:ext cx="34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6" name="Freeform 276">
                <a:extLst>
                  <a:ext uri="{FF2B5EF4-FFF2-40B4-BE49-F238E27FC236}">
                    <a16:creationId xmlns:a16="http://schemas.microsoft.com/office/drawing/2014/main" id="{81FB33DD-3A3C-4145-AB8D-96E175256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2835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7" name="Freeform 277">
                <a:extLst>
                  <a:ext uri="{FF2B5EF4-FFF2-40B4-BE49-F238E27FC236}">
                    <a16:creationId xmlns:a16="http://schemas.microsoft.com/office/drawing/2014/main" id="{D0A608BC-82C1-482F-8444-66A72C818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2914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8" name="Freeform 278">
                <a:extLst>
                  <a:ext uri="{FF2B5EF4-FFF2-40B4-BE49-F238E27FC236}">
                    <a16:creationId xmlns:a16="http://schemas.microsoft.com/office/drawing/2014/main" id="{BAFA903D-048B-4DCA-870C-7665103A0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912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49" name="Freeform 279">
                <a:extLst>
                  <a:ext uri="{FF2B5EF4-FFF2-40B4-BE49-F238E27FC236}">
                    <a16:creationId xmlns:a16="http://schemas.microsoft.com/office/drawing/2014/main" id="{6B3C3E1C-8242-479A-94AA-9CEF2BE64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3" y="2904"/>
                <a:ext cx="27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0" name="Freeform 280">
                <a:extLst>
                  <a:ext uri="{FF2B5EF4-FFF2-40B4-BE49-F238E27FC236}">
                    <a16:creationId xmlns:a16="http://schemas.microsoft.com/office/drawing/2014/main" id="{48B3C9DC-30F5-4235-90E6-1222378EC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2893"/>
                <a:ext cx="23" cy="2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1" name="Freeform 281">
                <a:extLst>
                  <a:ext uri="{FF2B5EF4-FFF2-40B4-BE49-F238E27FC236}">
                    <a16:creationId xmlns:a16="http://schemas.microsoft.com/office/drawing/2014/main" id="{796863C3-5542-4103-A044-A4F6855C3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2873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2" name="Freeform 282">
                <a:extLst>
                  <a:ext uri="{FF2B5EF4-FFF2-40B4-BE49-F238E27FC236}">
                    <a16:creationId xmlns:a16="http://schemas.microsoft.com/office/drawing/2014/main" id="{BC62F77B-5527-41D9-9237-EEA7727EB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2845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3" name="Freeform 283">
                <a:extLst>
                  <a:ext uri="{FF2B5EF4-FFF2-40B4-BE49-F238E27FC236}">
                    <a16:creationId xmlns:a16="http://schemas.microsoft.com/office/drawing/2014/main" id="{265F91F2-9371-4F12-A9F9-AAD3247C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816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4" name="Freeform 284">
                <a:extLst>
                  <a:ext uri="{FF2B5EF4-FFF2-40B4-BE49-F238E27FC236}">
                    <a16:creationId xmlns:a16="http://schemas.microsoft.com/office/drawing/2014/main" id="{3B350E82-12C1-4D8D-955E-D4F751087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" y="2778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5" name="Freeform 285">
                <a:extLst>
                  <a:ext uri="{FF2B5EF4-FFF2-40B4-BE49-F238E27FC236}">
                    <a16:creationId xmlns:a16="http://schemas.microsoft.com/office/drawing/2014/main" id="{96C0764D-5450-443B-8025-F942F0D68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2740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6" name="Freeform 286">
                <a:extLst>
                  <a:ext uri="{FF2B5EF4-FFF2-40B4-BE49-F238E27FC236}">
                    <a16:creationId xmlns:a16="http://schemas.microsoft.com/office/drawing/2014/main" id="{521393DF-D6BF-4ED8-AE3B-BC6E5C69C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2695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7" name="Freeform 287">
                <a:extLst>
                  <a:ext uri="{FF2B5EF4-FFF2-40B4-BE49-F238E27FC236}">
                    <a16:creationId xmlns:a16="http://schemas.microsoft.com/office/drawing/2014/main" id="{F24F6C39-C1F2-4BDE-BE21-6FF8D985A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2648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8" name="Freeform 288">
                <a:extLst>
                  <a:ext uri="{FF2B5EF4-FFF2-40B4-BE49-F238E27FC236}">
                    <a16:creationId xmlns:a16="http://schemas.microsoft.com/office/drawing/2014/main" id="{B24DF9B0-BEE6-406F-BE88-4F7FC0EFD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" y="2595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59" name="Freeform 289">
                <a:extLst>
                  <a:ext uri="{FF2B5EF4-FFF2-40B4-BE49-F238E27FC236}">
                    <a16:creationId xmlns:a16="http://schemas.microsoft.com/office/drawing/2014/main" id="{64E8172D-FFB3-4630-BED7-B96FDD02E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538"/>
                <a:ext cx="26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0" name="Freeform 290">
                <a:extLst>
                  <a:ext uri="{FF2B5EF4-FFF2-40B4-BE49-F238E27FC236}">
                    <a16:creationId xmlns:a16="http://schemas.microsoft.com/office/drawing/2014/main" id="{63583815-C123-4C96-823E-79DF82D88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2479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1" name="Freeform 291">
                <a:extLst>
                  <a:ext uri="{FF2B5EF4-FFF2-40B4-BE49-F238E27FC236}">
                    <a16:creationId xmlns:a16="http://schemas.microsoft.com/office/drawing/2014/main" id="{3CCC19A5-EAD9-4D9F-8094-CD7005E3C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2419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2" name="Freeform 292">
                <a:extLst>
                  <a:ext uri="{FF2B5EF4-FFF2-40B4-BE49-F238E27FC236}">
                    <a16:creationId xmlns:a16="http://schemas.microsoft.com/office/drawing/2014/main" id="{E70C8E40-5002-4287-B630-F5AA63FA9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3" y="2355"/>
                <a:ext cx="36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3" name="Freeform 293">
                <a:extLst>
                  <a:ext uri="{FF2B5EF4-FFF2-40B4-BE49-F238E27FC236}">
                    <a16:creationId xmlns:a16="http://schemas.microsoft.com/office/drawing/2014/main" id="{636465C1-29CB-4558-BB02-FCB9CBCA6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2291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4" name="Freeform 294">
                <a:extLst>
                  <a:ext uri="{FF2B5EF4-FFF2-40B4-BE49-F238E27FC236}">
                    <a16:creationId xmlns:a16="http://schemas.microsoft.com/office/drawing/2014/main" id="{9C1B607C-CA3E-4554-9167-AA15CA5C1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224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5" name="Freeform 295">
                <a:extLst>
                  <a:ext uri="{FF2B5EF4-FFF2-40B4-BE49-F238E27FC236}">
                    <a16:creationId xmlns:a16="http://schemas.microsoft.com/office/drawing/2014/main" id="{B0A7B569-EF6A-446A-AF48-B36856312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160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6" name="Freeform 296">
                <a:extLst>
                  <a:ext uri="{FF2B5EF4-FFF2-40B4-BE49-F238E27FC236}">
                    <a16:creationId xmlns:a16="http://schemas.microsoft.com/office/drawing/2014/main" id="{3AF493E0-92BF-4F97-A22B-CFE00812FD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9" y="2096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7" name="Freeform 297">
                <a:extLst>
                  <a:ext uri="{FF2B5EF4-FFF2-40B4-BE49-F238E27FC236}">
                    <a16:creationId xmlns:a16="http://schemas.microsoft.com/office/drawing/2014/main" id="{AFA53A59-41BD-4E2B-938A-BA19817D6F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031"/>
                <a:ext cx="38" cy="3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8" name="Freeform 298">
                <a:extLst>
                  <a:ext uri="{FF2B5EF4-FFF2-40B4-BE49-F238E27FC236}">
                    <a16:creationId xmlns:a16="http://schemas.microsoft.com/office/drawing/2014/main" id="{DB7CE89C-4C26-4DFD-8C16-45F7769EC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0" y="1972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69" name="Freeform 299">
                <a:extLst>
                  <a:ext uri="{FF2B5EF4-FFF2-40B4-BE49-F238E27FC236}">
                    <a16:creationId xmlns:a16="http://schemas.microsoft.com/office/drawing/2014/main" id="{E2AF1D2A-A603-48FE-A558-556BC68A8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1908"/>
                <a:ext cx="40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0" name="Freeform 300">
                <a:extLst>
                  <a:ext uri="{FF2B5EF4-FFF2-40B4-BE49-F238E27FC236}">
                    <a16:creationId xmlns:a16="http://schemas.microsoft.com/office/drawing/2014/main" id="{FAD4334C-4569-4F51-8D15-7FD45966F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851"/>
                <a:ext cx="41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1" name="Freeform 301">
                <a:extLst>
                  <a:ext uri="{FF2B5EF4-FFF2-40B4-BE49-F238E27FC236}">
                    <a16:creationId xmlns:a16="http://schemas.microsoft.com/office/drawing/2014/main" id="{AED90BF6-6F84-437B-B7C1-DC3E153F9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1791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2" name="Freeform 302">
                <a:extLst>
                  <a:ext uri="{FF2B5EF4-FFF2-40B4-BE49-F238E27FC236}">
                    <a16:creationId xmlns:a16="http://schemas.microsoft.com/office/drawing/2014/main" id="{83E24989-B629-43A3-A024-4B5DEF360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1741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3" name="Freeform 303">
                <a:extLst>
                  <a:ext uri="{FF2B5EF4-FFF2-40B4-BE49-F238E27FC236}">
                    <a16:creationId xmlns:a16="http://schemas.microsoft.com/office/drawing/2014/main" id="{0A62673D-7B67-411D-94D1-1DBB00A8B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7" y="1689"/>
                <a:ext cx="47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4" name="Freeform 304">
                <a:extLst>
                  <a:ext uri="{FF2B5EF4-FFF2-40B4-BE49-F238E27FC236}">
                    <a16:creationId xmlns:a16="http://schemas.microsoft.com/office/drawing/2014/main" id="{74192255-9825-4CCE-BAC9-61BFF3534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1646"/>
                <a:ext cx="48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5" name="Freeform 305">
                <a:extLst>
                  <a:ext uri="{FF2B5EF4-FFF2-40B4-BE49-F238E27FC236}">
                    <a16:creationId xmlns:a16="http://schemas.microsoft.com/office/drawing/2014/main" id="{337512E4-5F72-4E41-91BA-9C088849E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1603"/>
                <a:ext cx="50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6" name="Freeform 306">
                <a:extLst>
                  <a:ext uri="{FF2B5EF4-FFF2-40B4-BE49-F238E27FC236}">
                    <a16:creationId xmlns:a16="http://schemas.microsoft.com/office/drawing/2014/main" id="{8FC27784-5019-4650-BF79-2F9D09268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1568"/>
                <a:ext cx="47" cy="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7" name="Freeform 307">
                <a:extLst>
                  <a:ext uri="{FF2B5EF4-FFF2-40B4-BE49-F238E27FC236}">
                    <a16:creationId xmlns:a16="http://schemas.microsoft.com/office/drawing/2014/main" id="{BC2F7A53-398D-41CA-9072-B83327630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1537"/>
                <a:ext cx="50" cy="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8" name="Freeform 308">
                <a:extLst>
                  <a:ext uri="{FF2B5EF4-FFF2-40B4-BE49-F238E27FC236}">
                    <a16:creationId xmlns:a16="http://schemas.microsoft.com/office/drawing/2014/main" id="{AF566D78-0EEA-4CDF-B5F1-59613B187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1511"/>
                <a:ext cx="50" cy="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79" name="Freeform 309">
                <a:extLst>
                  <a:ext uri="{FF2B5EF4-FFF2-40B4-BE49-F238E27FC236}">
                    <a16:creationId xmlns:a16="http://schemas.microsoft.com/office/drawing/2014/main" id="{33A217DC-943E-4121-8797-CDE731873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1492"/>
                <a:ext cx="49" cy="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0" name="Freeform 310">
                <a:extLst>
                  <a:ext uri="{FF2B5EF4-FFF2-40B4-BE49-F238E27FC236}">
                    <a16:creationId xmlns:a16="http://schemas.microsoft.com/office/drawing/2014/main" id="{9B49B3DB-CA10-4BA3-90CD-98102C0CD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1480"/>
                <a:ext cx="45" cy="4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1" name="Freeform 311">
                <a:extLst>
                  <a:ext uri="{FF2B5EF4-FFF2-40B4-BE49-F238E27FC236}">
                    <a16:creationId xmlns:a16="http://schemas.microsoft.com/office/drawing/2014/main" id="{2784EFF0-8CD0-4351-A878-77FFAC983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3" y="1470"/>
                <a:ext cx="43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2" name="Freeform 312">
                <a:extLst>
                  <a:ext uri="{FF2B5EF4-FFF2-40B4-BE49-F238E27FC236}">
                    <a16:creationId xmlns:a16="http://schemas.microsoft.com/office/drawing/2014/main" id="{703B0AA5-9B44-4A27-BA3C-A3043DA4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1468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3" name="Freeform 313">
                <a:extLst>
                  <a:ext uri="{FF2B5EF4-FFF2-40B4-BE49-F238E27FC236}">
                    <a16:creationId xmlns:a16="http://schemas.microsoft.com/office/drawing/2014/main" id="{B13E5163-9774-4A17-AA18-D52BB224C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2" y="1470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4" name="Freeform 314">
                <a:extLst>
                  <a:ext uri="{FF2B5EF4-FFF2-40B4-BE49-F238E27FC236}">
                    <a16:creationId xmlns:a16="http://schemas.microsoft.com/office/drawing/2014/main" id="{41FBC0B8-4D46-4A71-A479-F5C789373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1480"/>
                <a:ext cx="43" cy="4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5" name="Freeform 315">
                <a:extLst>
                  <a:ext uri="{FF2B5EF4-FFF2-40B4-BE49-F238E27FC236}">
                    <a16:creationId xmlns:a16="http://schemas.microsoft.com/office/drawing/2014/main" id="{60C85CBA-FA70-4DED-9409-90CCB348E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1492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6" name="Freeform 316">
                <a:extLst>
                  <a:ext uri="{FF2B5EF4-FFF2-40B4-BE49-F238E27FC236}">
                    <a16:creationId xmlns:a16="http://schemas.microsoft.com/office/drawing/2014/main" id="{5C659E59-7F20-455B-B7C9-C1904F7D1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1511"/>
                <a:ext cx="45" cy="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7" name="Freeform 317">
                <a:extLst>
                  <a:ext uri="{FF2B5EF4-FFF2-40B4-BE49-F238E27FC236}">
                    <a16:creationId xmlns:a16="http://schemas.microsoft.com/office/drawing/2014/main" id="{0CCF2B11-60E4-4664-8D4B-E7328782E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1537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8" name="Freeform 318">
                <a:extLst>
                  <a:ext uri="{FF2B5EF4-FFF2-40B4-BE49-F238E27FC236}">
                    <a16:creationId xmlns:a16="http://schemas.microsoft.com/office/drawing/2014/main" id="{3993D409-636E-47D2-A7BF-6C5B3B8DB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1568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89" name="Freeform 319">
                <a:extLst>
                  <a:ext uri="{FF2B5EF4-FFF2-40B4-BE49-F238E27FC236}">
                    <a16:creationId xmlns:a16="http://schemas.microsoft.com/office/drawing/2014/main" id="{065449AE-B645-493A-9CF6-E8FEA9CE8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1" y="1603"/>
                <a:ext cx="42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0" name="Freeform 320">
                <a:extLst>
                  <a:ext uri="{FF2B5EF4-FFF2-40B4-BE49-F238E27FC236}">
                    <a16:creationId xmlns:a16="http://schemas.microsoft.com/office/drawing/2014/main" id="{2ED706F8-598E-4189-9DF4-6184F0022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1" y="1644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1" name="Freeform 321">
                <a:extLst>
                  <a:ext uri="{FF2B5EF4-FFF2-40B4-BE49-F238E27FC236}">
                    <a16:creationId xmlns:a16="http://schemas.microsoft.com/office/drawing/2014/main" id="{EF8804AC-B49F-445F-9BE3-2E6A747AD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7"/>
                <a:ext cx="47" cy="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2" name="Freeform 322">
                <a:extLst>
                  <a:ext uri="{FF2B5EF4-FFF2-40B4-BE49-F238E27FC236}">
                    <a16:creationId xmlns:a16="http://schemas.microsoft.com/office/drawing/2014/main" id="{ABCE4A8D-29E2-4C59-8A28-15FE13A58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732"/>
                <a:ext cx="53" cy="5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3" name="Freeform 323">
                <a:extLst>
                  <a:ext uri="{FF2B5EF4-FFF2-40B4-BE49-F238E27FC236}">
                    <a16:creationId xmlns:a16="http://schemas.microsoft.com/office/drawing/2014/main" id="{3115B53E-71C9-4D32-9F68-AB71A112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4" y="1784"/>
                <a:ext cx="53" cy="5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4" name="Freeform 324">
                <a:extLst>
                  <a:ext uri="{FF2B5EF4-FFF2-40B4-BE49-F238E27FC236}">
                    <a16:creationId xmlns:a16="http://schemas.microsoft.com/office/drawing/2014/main" id="{5F9D9459-E145-41AF-AB88-AAC59621E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1839"/>
                <a:ext cx="52" cy="5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5" name="Freeform 325">
                <a:extLst>
                  <a:ext uri="{FF2B5EF4-FFF2-40B4-BE49-F238E27FC236}">
                    <a16:creationId xmlns:a16="http://schemas.microsoft.com/office/drawing/2014/main" id="{1F72CCC3-2392-40AD-AD34-02B615E3B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1898"/>
                <a:ext cx="48" cy="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6" name="Freeform 326">
                <a:extLst>
                  <a:ext uri="{FF2B5EF4-FFF2-40B4-BE49-F238E27FC236}">
                    <a16:creationId xmlns:a16="http://schemas.microsoft.com/office/drawing/2014/main" id="{DB62CEC9-F955-4FBD-871C-652CC4974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1960"/>
                <a:ext cx="45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7" name="Freeform 327">
                <a:extLst>
                  <a:ext uri="{FF2B5EF4-FFF2-40B4-BE49-F238E27FC236}">
                    <a16:creationId xmlns:a16="http://schemas.microsoft.com/office/drawing/2014/main" id="{B54F464E-A3D2-48D1-A8CB-7DF170A71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024"/>
                <a:ext cx="47" cy="4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8" name="Freeform 328">
                <a:extLst>
                  <a:ext uri="{FF2B5EF4-FFF2-40B4-BE49-F238E27FC236}">
                    <a16:creationId xmlns:a16="http://schemas.microsoft.com/office/drawing/2014/main" id="{5E0AFA6F-2439-4E03-A07C-1B217368D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2086"/>
                <a:ext cx="47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699" name="Freeform 329">
                <a:extLst>
                  <a:ext uri="{FF2B5EF4-FFF2-40B4-BE49-F238E27FC236}">
                    <a16:creationId xmlns:a16="http://schemas.microsoft.com/office/drawing/2014/main" id="{24ABF878-EB8E-4D48-A644-82BB0257E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150"/>
                <a:ext cx="45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0" name="Freeform 330">
                <a:extLst>
                  <a:ext uri="{FF2B5EF4-FFF2-40B4-BE49-F238E27FC236}">
                    <a16:creationId xmlns:a16="http://schemas.microsoft.com/office/drawing/2014/main" id="{AA9BDC67-6AD6-4D21-90F8-811926CC2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217"/>
                <a:ext cx="45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1" name="Freeform 331">
                <a:extLst>
                  <a:ext uri="{FF2B5EF4-FFF2-40B4-BE49-F238E27FC236}">
                    <a16:creationId xmlns:a16="http://schemas.microsoft.com/office/drawing/2014/main" id="{2BD657C2-12E0-42EA-906D-0852BFD4B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3" y="2281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2" name="Freeform 332">
                <a:extLst>
                  <a:ext uri="{FF2B5EF4-FFF2-40B4-BE49-F238E27FC236}">
                    <a16:creationId xmlns:a16="http://schemas.microsoft.com/office/drawing/2014/main" id="{0AF7B548-BC7F-4E81-8D60-BC9B509B6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4" y="2345"/>
                <a:ext cx="40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3" name="Freeform 333">
                <a:extLst>
                  <a:ext uri="{FF2B5EF4-FFF2-40B4-BE49-F238E27FC236}">
                    <a16:creationId xmlns:a16="http://schemas.microsoft.com/office/drawing/2014/main" id="{50B0533D-E3CE-482E-BDC7-DC765BAE5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2407"/>
                <a:ext cx="42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4" name="Freeform 334">
                <a:extLst>
                  <a:ext uri="{FF2B5EF4-FFF2-40B4-BE49-F238E27FC236}">
                    <a16:creationId xmlns:a16="http://schemas.microsoft.com/office/drawing/2014/main" id="{F644DD88-A95D-4483-9CA8-71AC22165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469"/>
                <a:ext cx="41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5" name="Freeform 335">
                <a:extLst>
                  <a:ext uri="{FF2B5EF4-FFF2-40B4-BE49-F238E27FC236}">
                    <a16:creationId xmlns:a16="http://schemas.microsoft.com/office/drawing/2014/main" id="{5B1AE387-12C8-4EC4-B62A-0EC2FDD03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" y="2529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6" name="Freeform 336">
                <a:extLst>
                  <a:ext uri="{FF2B5EF4-FFF2-40B4-BE49-F238E27FC236}">
                    <a16:creationId xmlns:a16="http://schemas.microsoft.com/office/drawing/2014/main" id="{832B69D7-8EBA-4E44-B7CD-EF523FAA3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58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7" name="Freeform 337">
                <a:extLst>
                  <a:ext uri="{FF2B5EF4-FFF2-40B4-BE49-F238E27FC236}">
                    <a16:creationId xmlns:a16="http://schemas.microsoft.com/office/drawing/2014/main" id="{AD9C2BF8-E37A-40A2-80FC-239BF765E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2638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8" name="Freeform 338">
                <a:extLst>
                  <a:ext uri="{FF2B5EF4-FFF2-40B4-BE49-F238E27FC236}">
                    <a16:creationId xmlns:a16="http://schemas.microsoft.com/office/drawing/2014/main" id="{A39DFEF7-277C-43F1-A035-D61408205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2686"/>
                <a:ext cx="36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09" name="Freeform 339">
                <a:extLst>
                  <a:ext uri="{FF2B5EF4-FFF2-40B4-BE49-F238E27FC236}">
                    <a16:creationId xmlns:a16="http://schemas.microsoft.com/office/drawing/2014/main" id="{B2ED3A64-68A0-454C-8928-4AEFAAE2E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731"/>
                <a:ext cx="33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0" name="Freeform 340">
                <a:extLst>
                  <a:ext uri="{FF2B5EF4-FFF2-40B4-BE49-F238E27FC236}">
                    <a16:creationId xmlns:a16="http://schemas.microsoft.com/office/drawing/2014/main" id="{4F9DF8C7-E8CE-4409-8CB0-77C06FFE6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771"/>
                <a:ext cx="33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1" name="Freeform 341">
                <a:extLst>
                  <a:ext uri="{FF2B5EF4-FFF2-40B4-BE49-F238E27FC236}">
                    <a16:creationId xmlns:a16="http://schemas.microsoft.com/office/drawing/2014/main" id="{DE768F52-3BE4-4ED5-AA86-A2D6319F0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2809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2" name="Freeform 342">
                <a:extLst>
                  <a:ext uri="{FF2B5EF4-FFF2-40B4-BE49-F238E27FC236}">
                    <a16:creationId xmlns:a16="http://schemas.microsoft.com/office/drawing/2014/main" id="{56BA6D84-7CF8-496B-BE0A-DD53FF385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1" y="2840"/>
                <a:ext cx="31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3" name="Freeform 343">
                <a:extLst>
                  <a:ext uri="{FF2B5EF4-FFF2-40B4-BE49-F238E27FC236}">
                    <a16:creationId xmlns:a16="http://schemas.microsoft.com/office/drawing/2014/main" id="{336703B7-3631-440D-AD09-09DE22D7B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869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4" name="Freeform 344">
                <a:extLst>
                  <a:ext uri="{FF2B5EF4-FFF2-40B4-BE49-F238E27FC236}">
                    <a16:creationId xmlns:a16="http://schemas.microsoft.com/office/drawing/2014/main" id="{6E4C6D3A-9829-4CBC-A343-A55E2F62C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888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5" name="Freeform 345">
                <a:extLst>
                  <a:ext uri="{FF2B5EF4-FFF2-40B4-BE49-F238E27FC236}">
                    <a16:creationId xmlns:a16="http://schemas.microsoft.com/office/drawing/2014/main" id="{F86400D6-EF71-460A-83CC-62CBAEE25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902"/>
                <a:ext cx="26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6" name="Freeform 346">
                <a:extLst>
                  <a:ext uri="{FF2B5EF4-FFF2-40B4-BE49-F238E27FC236}">
                    <a16:creationId xmlns:a16="http://schemas.microsoft.com/office/drawing/2014/main" id="{73D91151-0AA9-4218-BC28-E2AF00D9C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2912"/>
                <a:ext cx="26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7" name="Freeform 347">
                <a:extLst>
                  <a:ext uri="{FF2B5EF4-FFF2-40B4-BE49-F238E27FC236}">
                    <a16:creationId xmlns:a16="http://schemas.microsoft.com/office/drawing/2014/main" id="{38127552-D0E5-4C6D-AF6F-B5CB48DA8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" y="2990"/>
                <a:ext cx="22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8" name="Freeform 348">
                <a:extLst>
                  <a:ext uri="{FF2B5EF4-FFF2-40B4-BE49-F238E27FC236}">
                    <a16:creationId xmlns:a16="http://schemas.microsoft.com/office/drawing/2014/main" id="{45BE4820-0D4E-4125-A969-67BE69217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2988"/>
                <a:ext cx="21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19" name="Freeform 349">
                <a:extLst>
                  <a:ext uri="{FF2B5EF4-FFF2-40B4-BE49-F238E27FC236}">
                    <a16:creationId xmlns:a16="http://schemas.microsoft.com/office/drawing/2014/main" id="{ACE7DA48-BE97-4C0E-BB86-DBEDEA18D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2981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0" name="Freeform 350">
                <a:extLst>
                  <a:ext uri="{FF2B5EF4-FFF2-40B4-BE49-F238E27FC236}">
                    <a16:creationId xmlns:a16="http://schemas.microsoft.com/office/drawing/2014/main" id="{ACE88F27-581A-4BA1-8005-FA91C83C2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969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1" name="Freeform 351">
                <a:extLst>
                  <a:ext uri="{FF2B5EF4-FFF2-40B4-BE49-F238E27FC236}">
                    <a16:creationId xmlns:a16="http://schemas.microsoft.com/office/drawing/2014/main" id="{63C3F9A5-7183-4745-B977-957FF6340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2952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2" name="Freeform 352">
                <a:extLst>
                  <a:ext uri="{FF2B5EF4-FFF2-40B4-BE49-F238E27FC236}">
                    <a16:creationId xmlns:a16="http://schemas.microsoft.com/office/drawing/2014/main" id="{4660F264-3E58-4FC0-B0BA-74C0E8C0E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2926"/>
                <a:ext cx="22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3" name="Freeform 353">
                <a:extLst>
                  <a:ext uri="{FF2B5EF4-FFF2-40B4-BE49-F238E27FC236}">
                    <a16:creationId xmlns:a16="http://schemas.microsoft.com/office/drawing/2014/main" id="{0A6E39BB-922B-430F-A2AC-BE44861FC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900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4" name="Freeform 354">
                <a:extLst>
                  <a:ext uri="{FF2B5EF4-FFF2-40B4-BE49-F238E27FC236}">
                    <a16:creationId xmlns:a16="http://schemas.microsoft.com/office/drawing/2014/main" id="{F8207EFD-78B6-4274-9FC0-DD80EA8FA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" y="2866"/>
                <a:ext cx="22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5" name="Freeform 355">
                <a:extLst>
                  <a:ext uri="{FF2B5EF4-FFF2-40B4-BE49-F238E27FC236}">
                    <a16:creationId xmlns:a16="http://schemas.microsoft.com/office/drawing/2014/main" id="{C0972B3B-896E-4E99-9BD9-93339C9B7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4" y="2831"/>
                <a:ext cx="19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6" name="Freeform 356">
                <a:extLst>
                  <a:ext uri="{FF2B5EF4-FFF2-40B4-BE49-F238E27FC236}">
                    <a16:creationId xmlns:a16="http://schemas.microsoft.com/office/drawing/2014/main" id="{ED29A550-4979-4E03-A626-7B452A0C7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785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7" name="Freeform 357">
                <a:extLst>
                  <a:ext uri="{FF2B5EF4-FFF2-40B4-BE49-F238E27FC236}">
                    <a16:creationId xmlns:a16="http://schemas.microsoft.com/office/drawing/2014/main" id="{741746A0-4125-4A9F-88CE-344AA9531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" y="2743"/>
                <a:ext cx="19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8" name="Freeform 358">
                <a:extLst>
                  <a:ext uri="{FF2B5EF4-FFF2-40B4-BE49-F238E27FC236}">
                    <a16:creationId xmlns:a16="http://schemas.microsoft.com/office/drawing/2014/main" id="{49DD14C6-0E58-4067-A392-FA92F9CC2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2695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29" name="Freeform 359">
                <a:extLst>
                  <a:ext uri="{FF2B5EF4-FFF2-40B4-BE49-F238E27FC236}">
                    <a16:creationId xmlns:a16="http://schemas.microsoft.com/office/drawing/2014/main" id="{33C87D96-4971-45C4-93AE-7284043FB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6" y="2640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0" name="Freeform 360">
                <a:extLst>
                  <a:ext uri="{FF2B5EF4-FFF2-40B4-BE49-F238E27FC236}">
                    <a16:creationId xmlns:a16="http://schemas.microsoft.com/office/drawing/2014/main" id="{DF3CCBA5-C5F5-41FF-ABC6-92BE88B55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2588"/>
                <a:ext cx="16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1" name="Freeform 361">
                <a:extLst>
                  <a:ext uri="{FF2B5EF4-FFF2-40B4-BE49-F238E27FC236}">
                    <a16:creationId xmlns:a16="http://schemas.microsoft.com/office/drawing/2014/main" id="{0FC43151-6D95-43A5-9767-9328FF72B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2531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2" name="Freeform 362">
                <a:extLst>
                  <a:ext uri="{FF2B5EF4-FFF2-40B4-BE49-F238E27FC236}">
                    <a16:creationId xmlns:a16="http://schemas.microsoft.com/office/drawing/2014/main" id="{1323B3CF-89B3-4F91-BC55-27455B280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2469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3" name="Freeform 363">
                <a:extLst>
                  <a:ext uri="{FF2B5EF4-FFF2-40B4-BE49-F238E27FC236}">
                    <a16:creationId xmlns:a16="http://schemas.microsoft.com/office/drawing/2014/main" id="{5898ED9E-34A1-450D-A7C7-618FC7841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2410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4" name="Freeform 364">
                <a:extLst>
                  <a:ext uri="{FF2B5EF4-FFF2-40B4-BE49-F238E27FC236}">
                    <a16:creationId xmlns:a16="http://schemas.microsoft.com/office/drawing/2014/main" id="{5A11C564-1EBE-42D4-AA7C-E02E63909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2343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5" name="Freeform 365">
                <a:extLst>
                  <a:ext uri="{FF2B5EF4-FFF2-40B4-BE49-F238E27FC236}">
                    <a16:creationId xmlns:a16="http://schemas.microsoft.com/office/drawing/2014/main" id="{235EFDDE-D83A-4A1F-957B-29FCF6885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2276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6" name="Freeform 366">
                <a:extLst>
                  <a:ext uri="{FF2B5EF4-FFF2-40B4-BE49-F238E27FC236}">
                    <a16:creationId xmlns:a16="http://schemas.microsoft.com/office/drawing/2014/main" id="{65D11A3A-C664-4192-A651-9FF57EE24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212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7" name="Freeform 367">
                <a:extLst>
                  <a:ext uri="{FF2B5EF4-FFF2-40B4-BE49-F238E27FC236}">
                    <a16:creationId xmlns:a16="http://schemas.microsoft.com/office/drawing/2014/main" id="{6783E487-00E3-4491-9AC1-3267EEB1B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48"/>
                <a:ext cx="34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8" name="Freeform 368">
                <a:extLst>
                  <a:ext uri="{FF2B5EF4-FFF2-40B4-BE49-F238E27FC236}">
                    <a16:creationId xmlns:a16="http://schemas.microsoft.com/office/drawing/2014/main" id="{20E8DC8C-8253-4EC5-AC2E-7A823FEBF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2" y="2084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39" name="Freeform 369">
                <a:extLst>
                  <a:ext uri="{FF2B5EF4-FFF2-40B4-BE49-F238E27FC236}">
                    <a16:creationId xmlns:a16="http://schemas.microsoft.com/office/drawing/2014/main" id="{75964BD4-2D08-4783-B98B-1B943D65F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020"/>
                <a:ext cx="31" cy="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0" name="Freeform 370">
                <a:extLst>
                  <a:ext uri="{FF2B5EF4-FFF2-40B4-BE49-F238E27FC236}">
                    <a16:creationId xmlns:a16="http://schemas.microsoft.com/office/drawing/2014/main" id="{14DB8238-653E-49C0-8D65-DA2CB5075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958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1" name="Freeform 371">
                <a:extLst>
                  <a:ext uri="{FF2B5EF4-FFF2-40B4-BE49-F238E27FC236}">
                    <a16:creationId xmlns:a16="http://schemas.microsoft.com/office/drawing/2014/main" id="{157C08AA-E434-4797-957E-48460B93F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1896"/>
                <a:ext cx="36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2" name="Freeform 372">
                <a:extLst>
                  <a:ext uri="{FF2B5EF4-FFF2-40B4-BE49-F238E27FC236}">
                    <a16:creationId xmlns:a16="http://schemas.microsoft.com/office/drawing/2014/main" id="{3CEB17F1-F9BC-4AA3-AB9E-C4EBFB76A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839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3" name="Freeform 373">
                <a:extLst>
                  <a:ext uri="{FF2B5EF4-FFF2-40B4-BE49-F238E27FC236}">
                    <a16:creationId xmlns:a16="http://schemas.microsoft.com/office/drawing/2014/main" id="{6F5BCD46-7977-4130-9738-B6E6157FB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7" y="1779"/>
                <a:ext cx="38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4" name="Freeform 374">
                <a:extLst>
                  <a:ext uri="{FF2B5EF4-FFF2-40B4-BE49-F238E27FC236}">
                    <a16:creationId xmlns:a16="http://schemas.microsoft.com/office/drawing/2014/main" id="{F99D0E8C-9FA6-4A90-AAA9-5BFDB5133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725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5" name="Freeform 375">
                <a:extLst>
                  <a:ext uri="{FF2B5EF4-FFF2-40B4-BE49-F238E27FC236}">
                    <a16:creationId xmlns:a16="http://schemas.microsoft.com/office/drawing/2014/main" id="{BEB3CD3E-A509-4F75-8F9C-78897E14C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1672"/>
                <a:ext cx="42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6" name="Freeform 376">
                <a:extLst>
                  <a:ext uri="{FF2B5EF4-FFF2-40B4-BE49-F238E27FC236}">
                    <a16:creationId xmlns:a16="http://schemas.microsoft.com/office/drawing/2014/main" id="{D73B7B0B-62A8-4B5B-B5D6-AECA49E2F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1627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7" name="Freeform 377">
                <a:extLst>
                  <a:ext uri="{FF2B5EF4-FFF2-40B4-BE49-F238E27FC236}">
                    <a16:creationId xmlns:a16="http://schemas.microsoft.com/office/drawing/2014/main" id="{C16B1AB1-8B02-4C3A-9E42-CFDB14386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3" y="1582"/>
                <a:ext cx="43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8" name="Freeform 378">
                <a:extLst>
                  <a:ext uri="{FF2B5EF4-FFF2-40B4-BE49-F238E27FC236}">
                    <a16:creationId xmlns:a16="http://schemas.microsoft.com/office/drawing/2014/main" id="{9FD3E7F3-0421-49A9-A304-67A71D980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1541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49" name="Freeform 379">
                <a:extLst>
                  <a:ext uri="{FF2B5EF4-FFF2-40B4-BE49-F238E27FC236}">
                    <a16:creationId xmlns:a16="http://schemas.microsoft.com/office/drawing/2014/main" id="{464A80F8-3FFD-4509-8376-D69AACE4F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8" y="1506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0" name="Freeform 380">
                <a:extLst>
                  <a:ext uri="{FF2B5EF4-FFF2-40B4-BE49-F238E27FC236}">
                    <a16:creationId xmlns:a16="http://schemas.microsoft.com/office/drawing/2014/main" id="{1E4DCBE5-6E40-4574-B945-B1E166092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7" y="1477"/>
                <a:ext cx="39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1" name="Freeform 381">
                <a:extLst>
                  <a:ext uri="{FF2B5EF4-FFF2-40B4-BE49-F238E27FC236}">
                    <a16:creationId xmlns:a16="http://schemas.microsoft.com/office/drawing/2014/main" id="{8C084ECD-096F-4D19-9D69-1F51C1E8C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1449"/>
                <a:ext cx="42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2" name="Freeform 382">
                <a:extLst>
                  <a:ext uri="{FF2B5EF4-FFF2-40B4-BE49-F238E27FC236}">
                    <a16:creationId xmlns:a16="http://schemas.microsoft.com/office/drawing/2014/main" id="{1EBE063F-7FF1-4CB4-9A28-74C768050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427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3" name="Freeform 383">
                <a:extLst>
                  <a:ext uri="{FF2B5EF4-FFF2-40B4-BE49-F238E27FC236}">
                    <a16:creationId xmlns:a16="http://schemas.microsoft.com/office/drawing/2014/main" id="{B14E37FB-EC49-442E-9A3C-91450A960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415"/>
                <a:ext cx="35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4" name="Freeform 384">
                <a:extLst>
                  <a:ext uri="{FF2B5EF4-FFF2-40B4-BE49-F238E27FC236}">
                    <a16:creationId xmlns:a16="http://schemas.microsoft.com/office/drawing/2014/main" id="{CE33F12E-F014-4603-9C15-9B32D6FC5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" y="1406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5" name="Freeform 385">
                <a:extLst>
                  <a:ext uri="{FF2B5EF4-FFF2-40B4-BE49-F238E27FC236}">
                    <a16:creationId xmlns:a16="http://schemas.microsoft.com/office/drawing/2014/main" id="{83427D80-B555-4F2A-A4A1-C00615F53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1401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6" name="Freeform 386">
                <a:extLst>
                  <a:ext uri="{FF2B5EF4-FFF2-40B4-BE49-F238E27FC236}">
                    <a16:creationId xmlns:a16="http://schemas.microsoft.com/office/drawing/2014/main" id="{626DBAC7-19C8-499C-8F15-F2A531A77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1401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7" name="Freeform 387">
                <a:extLst>
                  <a:ext uri="{FF2B5EF4-FFF2-40B4-BE49-F238E27FC236}">
                    <a16:creationId xmlns:a16="http://schemas.microsoft.com/office/drawing/2014/main" id="{02CBC616-9EE8-48F6-8C0B-E422E90A3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7" y="1406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8" name="Freeform 388">
                <a:extLst>
                  <a:ext uri="{FF2B5EF4-FFF2-40B4-BE49-F238E27FC236}">
                    <a16:creationId xmlns:a16="http://schemas.microsoft.com/office/drawing/2014/main" id="{BDD7A587-E134-44BF-8371-8438C5A46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1415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59" name="Freeform 389">
                <a:extLst>
                  <a:ext uri="{FF2B5EF4-FFF2-40B4-BE49-F238E27FC236}">
                    <a16:creationId xmlns:a16="http://schemas.microsoft.com/office/drawing/2014/main" id="{3C3746F7-BBF7-4262-85AF-14930EA21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427"/>
                <a:ext cx="40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0" name="Freeform 390">
                <a:extLst>
                  <a:ext uri="{FF2B5EF4-FFF2-40B4-BE49-F238E27FC236}">
                    <a16:creationId xmlns:a16="http://schemas.microsoft.com/office/drawing/2014/main" id="{CEEC68BB-D08E-4C17-A9AE-ECCBB898C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1451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1" name="Freeform 391">
                <a:extLst>
                  <a:ext uri="{FF2B5EF4-FFF2-40B4-BE49-F238E27FC236}">
                    <a16:creationId xmlns:a16="http://schemas.microsoft.com/office/drawing/2014/main" id="{D6A059F2-1EA8-4B6E-8192-B1561B221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5" y="1477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2" name="Freeform 392">
                <a:extLst>
                  <a:ext uri="{FF2B5EF4-FFF2-40B4-BE49-F238E27FC236}">
                    <a16:creationId xmlns:a16="http://schemas.microsoft.com/office/drawing/2014/main" id="{E40E4E56-851F-4B3B-8522-E7535882B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1503"/>
                <a:ext cx="41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3" name="Freeform 393">
                <a:extLst>
                  <a:ext uri="{FF2B5EF4-FFF2-40B4-BE49-F238E27FC236}">
                    <a16:creationId xmlns:a16="http://schemas.microsoft.com/office/drawing/2014/main" id="{F64DC9C7-4754-469E-8090-A7698DB1E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1539"/>
                <a:ext cx="40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4" name="Freeform 394">
                <a:extLst>
                  <a:ext uri="{FF2B5EF4-FFF2-40B4-BE49-F238E27FC236}">
                    <a16:creationId xmlns:a16="http://schemas.microsoft.com/office/drawing/2014/main" id="{4DB56935-0E42-4A85-9543-971A5EB28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1577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5" name="Freeform 395">
                <a:extLst>
                  <a:ext uri="{FF2B5EF4-FFF2-40B4-BE49-F238E27FC236}">
                    <a16:creationId xmlns:a16="http://schemas.microsoft.com/office/drawing/2014/main" id="{6E8DAC0A-526E-4FA6-A998-9FFC39D52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1620"/>
                <a:ext cx="40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6" name="Freeform 396">
                <a:extLst>
                  <a:ext uri="{FF2B5EF4-FFF2-40B4-BE49-F238E27FC236}">
                    <a16:creationId xmlns:a16="http://schemas.microsoft.com/office/drawing/2014/main" id="{43955676-088C-46A6-B69D-DFF69FD25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4" y="1665"/>
                <a:ext cx="48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7" name="Freeform 397">
                <a:extLst>
                  <a:ext uri="{FF2B5EF4-FFF2-40B4-BE49-F238E27FC236}">
                    <a16:creationId xmlns:a16="http://schemas.microsoft.com/office/drawing/2014/main" id="{A7C57498-49A9-49A8-96B9-9FE3BAA81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1713"/>
                <a:ext cx="53" cy="5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8" name="Freeform 398">
                <a:extLst>
                  <a:ext uri="{FF2B5EF4-FFF2-40B4-BE49-F238E27FC236}">
                    <a16:creationId xmlns:a16="http://schemas.microsoft.com/office/drawing/2014/main" id="{37CBF81C-620D-4FE2-B00D-B7F20796B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1767"/>
                <a:ext cx="50" cy="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69" name="Freeform 399">
                <a:extLst>
                  <a:ext uri="{FF2B5EF4-FFF2-40B4-BE49-F238E27FC236}">
                    <a16:creationId xmlns:a16="http://schemas.microsoft.com/office/drawing/2014/main" id="{B6FBF823-1785-4C23-9BEC-381E070BC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4" y="1825"/>
                <a:ext cx="45" cy="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0" name="Freeform 400">
                <a:extLst>
                  <a:ext uri="{FF2B5EF4-FFF2-40B4-BE49-F238E27FC236}">
                    <a16:creationId xmlns:a16="http://schemas.microsoft.com/office/drawing/2014/main" id="{B0567761-F035-4145-AF95-E4320D34D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0" y="1884"/>
                <a:ext cx="47" cy="4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1" name="Freeform 401">
                <a:extLst>
                  <a:ext uri="{FF2B5EF4-FFF2-40B4-BE49-F238E27FC236}">
                    <a16:creationId xmlns:a16="http://schemas.microsoft.com/office/drawing/2014/main" id="{35282B25-7A01-4152-808F-B80D3EC59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946"/>
                <a:ext cx="45" cy="4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2" name="Freeform 402">
                <a:extLst>
                  <a:ext uri="{FF2B5EF4-FFF2-40B4-BE49-F238E27FC236}">
                    <a16:creationId xmlns:a16="http://schemas.microsoft.com/office/drawing/2014/main" id="{F7048EFD-2BC8-4011-BE32-CF38FD1EA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3" y="2010"/>
                <a:ext cx="40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3" name="Freeform 403">
                <a:extLst>
                  <a:ext uri="{FF2B5EF4-FFF2-40B4-BE49-F238E27FC236}">
                    <a16:creationId xmlns:a16="http://schemas.microsoft.com/office/drawing/2014/main" id="{E18ADEF0-A4B7-40C1-A9A5-8C3779062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4" y="2072"/>
                <a:ext cx="41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4" name="Freeform 404">
                <a:extLst>
                  <a:ext uri="{FF2B5EF4-FFF2-40B4-BE49-F238E27FC236}">
                    <a16:creationId xmlns:a16="http://schemas.microsoft.com/office/drawing/2014/main" id="{BD51B498-DD16-4B91-B18A-02E6E0BEB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2" y="2139"/>
                <a:ext cx="40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775" name="Freeform 405">
                <a:extLst>
                  <a:ext uri="{FF2B5EF4-FFF2-40B4-BE49-F238E27FC236}">
                    <a16:creationId xmlns:a16="http://schemas.microsoft.com/office/drawing/2014/main" id="{C8F607A7-47F5-4F8A-8268-266F0A0C6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2203"/>
                <a:ext cx="38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7" name="Group 607">
              <a:extLst>
                <a:ext uri="{FF2B5EF4-FFF2-40B4-BE49-F238E27FC236}">
                  <a16:creationId xmlns:a16="http://schemas.microsoft.com/office/drawing/2014/main" id="{B1BA3F59-7EB3-48C1-8CAE-DF89D1830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988" y="2009775"/>
              <a:ext cx="3013075" cy="3103563"/>
              <a:chOff x="2897" y="1266"/>
              <a:chExt cx="1898" cy="1955"/>
            </a:xfrm>
            <a:grpFill/>
          </p:grpSpPr>
          <p:sp>
            <p:nvSpPr>
              <p:cNvPr id="376" name="Freeform 407">
                <a:extLst>
                  <a:ext uri="{FF2B5EF4-FFF2-40B4-BE49-F238E27FC236}">
                    <a16:creationId xmlns:a16="http://schemas.microsoft.com/office/drawing/2014/main" id="{86D92A4C-ED63-4415-9E32-C90097725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9" y="2267"/>
                <a:ext cx="41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7" name="Freeform 408">
                <a:extLst>
                  <a:ext uri="{FF2B5EF4-FFF2-40B4-BE49-F238E27FC236}">
                    <a16:creationId xmlns:a16="http://schemas.microsoft.com/office/drawing/2014/main" id="{BE136770-0BAD-4A4D-B46E-A21837B2E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2334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8" name="Freeform 409">
                <a:extLst>
                  <a:ext uri="{FF2B5EF4-FFF2-40B4-BE49-F238E27FC236}">
                    <a16:creationId xmlns:a16="http://schemas.microsoft.com/office/drawing/2014/main" id="{77E49053-8CDD-41E0-B6EF-420DDA4DE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8" y="2395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9" name="Freeform 410">
                <a:extLst>
                  <a:ext uri="{FF2B5EF4-FFF2-40B4-BE49-F238E27FC236}">
                    <a16:creationId xmlns:a16="http://schemas.microsoft.com/office/drawing/2014/main" id="{CF8B2DC6-BC6A-44CD-B12A-A6B579BB9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2457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0" name="Freeform 411">
                <a:extLst>
                  <a:ext uri="{FF2B5EF4-FFF2-40B4-BE49-F238E27FC236}">
                    <a16:creationId xmlns:a16="http://schemas.microsoft.com/office/drawing/2014/main" id="{A061FC78-EBE0-421F-B056-EAE08DD2CA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7" y="2519"/>
                <a:ext cx="31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1" name="Freeform 412">
                <a:extLst>
                  <a:ext uri="{FF2B5EF4-FFF2-40B4-BE49-F238E27FC236}">
                    <a16:creationId xmlns:a16="http://schemas.microsoft.com/office/drawing/2014/main" id="{D03C0D86-C899-4754-BA18-9B68B0E8E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576"/>
                <a:ext cx="31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2" name="Freeform 413">
                <a:extLst>
                  <a:ext uri="{FF2B5EF4-FFF2-40B4-BE49-F238E27FC236}">
                    <a16:creationId xmlns:a16="http://schemas.microsoft.com/office/drawing/2014/main" id="{1D8E8C96-7926-4BF7-AA19-056AA369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633"/>
                <a:ext cx="34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3" name="Freeform 414">
                <a:extLst>
                  <a:ext uri="{FF2B5EF4-FFF2-40B4-BE49-F238E27FC236}">
                    <a16:creationId xmlns:a16="http://schemas.microsoft.com/office/drawing/2014/main" id="{DCEAE624-5851-4213-87A7-59C62DC5F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2683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4" name="Freeform 415">
                <a:extLst>
                  <a:ext uri="{FF2B5EF4-FFF2-40B4-BE49-F238E27FC236}">
                    <a16:creationId xmlns:a16="http://schemas.microsoft.com/office/drawing/2014/main" id="{176865C0-0FC3-49FA-8582-5E4CA1AF4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2736"/>
                <a:ext cx="26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5" name="Freeform 416">
                <a:extLst>
                  <a:ext uri="{FF2B5EF4-FFF2-40B4-BE49-F238E27FC236}">
                    <a16:creationId xmlns:a16="http://schemas.microsoft.com/office/drawing/2014/main" id="{1F9B2E06-DE8A-4497-A4C8-0524C40FE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7" y="2778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6" name="Freeform 417">
                <a:extLst>
                  <a:ext uri="{FF2B5EF4-FFF2-40B4-BE49-F238E27FC236}">
                    <a16:creationId xmlns:a16="http://schemas.microsoft.com/office/drawing/2014/main" id="{30E796B4-148D-4855-A0CE-2EDC812C6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82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7" name="Freeform 418">
                <a:extLst>
                  <a:ext uri="{FF2B5EF4-FFF2-40B4-BE49-F238E27FC236}">
                    <a16:creationId xmlns:a16="http://schemas.microsoft.com/office/drawing/2014/main" id="{C1D9717A-6E73-4D20-8484-5A7730298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7" y="2859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8" name="Freeform 419">
                <a:extLst>
                  <a:ext uri="{FF2B5EF4-FFF2-40B4-BE49-F238E27FC236}">
                    <a16:creationId xmlns:a16="http://schemas.microsoft.com/office/drawing/2014/main" id="{EDCC03C5-7D07-47DE-A02C-16E034460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3" y="2893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89" name="Freeform 420">
                <a:extLst>
                  <a:ext uri="{FF2B5EF4-FFF2-40B4-BE49-F238E27FC236}">
                    <a16:creationId xmlns:a16="http://schemas.microsoft.com/office/drawing/2014/main" id="{8D38DDDF-EDA6-414B-A732-01D8E39D1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" y="2921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0" name="Freeform 421">
                <a:extLst>
                  <a:ext uri="{FF2B5EF4-FFF2-40B4-BE49-F238E27FC236}">
                    <a16:creationId xmlns:a16="http://schemas.microsoft.com/office/drawing/2014/main" id="{8EC2E460-620A-44DB-8EA8-F634D1A60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" y="2947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1" name="Freeform 422">
                <a:extLst>
                  <a:ext uri="{FF2B5EF4-FFF2-40B4-BE49-F238E27FC236}">
                    <a16:creationId xmlns:a16="http://schemas.microsoft.com/office/drawing/2014/main" id="{4FE096FE-00ED-4E70-B6F1-6823FEE7E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2966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2" name="Freeform 423">
                <a:extLst>
                  <a:ext uri="{FF2B5EF4-FFF2-40B4-BE49-F238E27FC236}">
                    <a16:creationId xmlns:a16="http://schemas.microsoft.com/office/drawing/2014/main" id="{B856BE9B-59F7-4639-9A4F-286A093DB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2978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3" name="Freeform 424">
                <a:extLst>
                  <a:ext uri="{FF2B5EF4-FFF2-40B4-BE49-F238E27FC236}">
                    <a16:creationId xmlns:a16="http://schemas.microsoft.com/office/drawing/2014/main" id="{F97D2D9F-8C20-491E-A956-FDA3343EA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" y="2988"/>
                <a:ext cx="22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4" name="Freeform 425">
                <a:extLst>
                  <a:ext uri="{FF2B5EF4-FFF2-40B4-BE49-F238E27FC236}">
                    <a16:creationId xmlns:a16="http://schemas.microsoft.com/office/drawing/2014/main" id="{D0634701-7F27-4EA1-8310-B7A27BDE1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3064"/>
                <a:ext cx="17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5" name="Freeform 426">
                <a:extLst>
                  <a:ext uri="{FF2B5EF4-FFF2-40B4-BE49-F238E27FC236}">
                    <a16:creationId xmlns:a16="http://schemas.microsoft.com/office/drawing/2014/main" id="{10C3D0D2-7196-4233-BF01-18A39B318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061"/>
                <a:ext cx="17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6" name="Freeform 427">
                <a:extLst>
                  <a:ext uri="{FF2B5EF4-FFF2-40B4-BE49-F238E27FC236}">
                    <a16:creationId xmlns:a16="http://schemas.microsoft.com/office/drawing/2014/main" id="{C1C93CA8-6F3D-4E0B-9E0A-4357CFC1F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3054"/>
                <a:ext cx="17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7" name="Freeform 428">
                <a:extLst>
                  <a:ext uri="{FF2B5EF4-FFF2-40B4-BE49-F238E27FC236}">
                    <a16:creationId xmlns:a16="http://schemas.microsoft.com/office/drawing/2014/main" id="{642082F3-3662-4DEC-979B-5BF462BFB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3042"/>
                <a:ext cx="17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8" name="Freeform 429">
                <a:extLst>
                  <a:ext uri="{FF2B5EF4-FFF2-40B4-BE49-F238E27FC236}">
                    <a16:creationId xmlns:a16="http://schemas.microsoft.com/office/drawing/2014/main" id="{B311AF54-647D-4372-A44D-9B527D706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3028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99" name="Freeform 430">
                <a:extLst>
                  <a:ext uri="{FF2B5EF4-FFF2-40B4-BE49-F238E27FC236}">
                    <a16:creationId xmlns:a16="http://schemas.microsoft.com/office/drawing/2014/main" id="{82B4D3A0-B84A-43DE-8220-DC55CDCD0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3004"/>
                <a:ext cx="17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0" name="Oval 431">
                <a:extLst>
                  <a:ext uri="{FF2B5EF4-FFF2-40B4-BE49-F238E27FC236}">
                    <a16:creationId xmlns:a16="http://schemas.microsoft.com/office/drawing/2014/main" id="{4DEEBB73-A21C-49D0-91D6-88858AA3C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3" y="2981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1" name="Freeform 432">
                <a:extLst>
                  <a:ext uri="{FF2B5EF4-FFF2-40B4-BE49-F238E27FC236}">
                    <a16:creationId xmlns:a16="http://schemas.microsoft.com/office/drawing/2014/main" id="{2E686B4C-87B0-499E-9395-94376EFB1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" y="2952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2" name="Freeform 433">
                <a:extLst>
                  <a:ext uri="{FF2B5EF4-FFF2-40B4-BE49-F238E27FC236}">
                    <a16:creationId xmlns:a16="http://schemas.microsoft.com/office/drawing/2014/main" id="{2520AF1F-BCA8-4DBE-9E5A-744C601FB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919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3" name="Freeform 434">
                <a:extLst>
                  <a:ext uri="{FF2B5EF4-FFF2-40B4-BE49-F238E27FC236}">
                    <a16:creationId xmlns:a16="http://schemas.microsoft.com/office/drawing/2014/main" id="{9DDF9C79-6D28-414E-9167-B4BA74785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881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4" name="Freeform 435">
                <a:extLst>
                  <a:ext uri="{FF2B5EF4-FFF2-40B4-BE49-F238E27FC236}">
                    <a16:creationId xmlns:a16="http://schemas.microsoft.com/office/drawing/2014/main" id="{29CC7013-9B4E-419F-B930-D3FA7183A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2838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5" name="Freeform 436">
                <a:extLst>
                  <a:ext uri="{FF2B5EF4-FFF2-40B4-BE49-F238E27FC236}">
                    <a16:creationId xmlns:a16="http://schemas.microsoft.com/office/drawing/2014/main" id="{93FBF35C-D3E6-44AB-A079-BCFAEB3BD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4" y="2790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6" name="Freeform 437">
                <a:extLst>
                  <a:ext uri="{FF2B5EF4-FFF2-40B4-BE49-F238E27FC236}">
                    <a16:creationId xmlns:a16="http://schemas.microsoft.com/office/drawing/2014/main" id="{510C484A-11E1-4867-B4C4-D905FE059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2743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7" name="Freeform 438">
                <a:extLst>
                  <a:ext uri="{FF2B5EF4-FFF2-40B4-BE49-F238E27FC236}">
                    <a16:creationId xmlns:a16="http://schemas.microsoft.com/office/drawing/2014/main" id="{A7A81D26-9C7C-4942-ADD3-69C40055C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3" y="2690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8" name="Freeform 439">
                <a:extLst>
                  <a:ext uri="{FF2B5EF4-FFF2-40B4-BE49-F238E27FC236}">
                    <a16:creationId xmlns:a16="http://schemas.microsoft.com/office/drawing/2014/main" id="{BB7381C7-B8B6-4C96-A63F-C9FFE9E98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2636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09" name="Freeform 440">
                <a:extLst>
                  <a:ext uri="{FF2B5EF4-FFF2-40B4-BE49-F238E27FC236}">
                    <a16:creationId xmlns:a16="http://schemas.microsoft.com/office/drawing/2014/main" id="{EEE7F59F-BE85-4C4F-AECE-0ADCD64CF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2579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0" name="Freeform 441">
                <a:extLst>
                  <a:ext uri="{FF2B5EF4-FFF2-40B4-BE49-F238E27FC236}">
                    <a16:creationId xmlns:a16="http://schemas.microsoft.com/office/drawing/2014/main" id="{AFDC7DF4-0643-4B8C-9726-C15D19596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2519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1" name="Freeform 442">
                <a:extLst>
                  <a:ext uri="{FF2B5EF4-FFF2-40B4-BE49-F238E27FC236}">
                    <a16:creationId xmlns:a16="http://schemas.microsoft.com/office/drawing/2014/main" id="{E1B6C6B9-FCD7-4798-9E38-77E3F91FB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462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2" name="Freeform 443">
                <a:extLst>
                  <a:ext uri="{FF2B5EF4-FFF2-40B4-BE49-F238E27FC236}">
                    <a16:creationId xmlns:a16="http://schemas.microsoft.com/office/drawing/2014/main" id="{7E11ACF0-F7BF-4D7D-B2CC-18DBAC45A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2398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3" name="Freeform 444">
                <a:extLst>
                  <a:ext uri="{FF2B5EF4-FFF2-40B4-BE49-F238E27FC236}">
                    <a16:creationId xmlns:a16="http://schemas.microsoft.com/office/drawing/2014/main" id="{F40B6F5A-473E-47BF-8A61-674A6051E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1" y="2334"/>
                <a:ext cx="16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4" name="Freeform 445">
                <a:extLst>
                  <a:ext uri="{FF2B5EF4-FFF2-40B4-BE49-F238E27FC236}">
                    <a16:creationId xmlns:a16="http://schemas.microsoft.com/office/drawing/2014/main" id="{A95880EB-A1B1-4718-B521-2DC25D3A5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267"/>
                <a:ext cx="21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5" name="Freeform 446">
                <a:extLst>
                  <a:ext uri="{FF2B5EF4-FFF2-40B4-BE49-F238E27FC236}">
                    <a16:creationId xmlns:a16="http://schemas.microsoft.com/office/drawing/2014/main" id="{33ED4928-B2F2-43B0-9598-08ECD46B5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2200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6" name="Freeform 447">
                <a:extLst>
                  <a:ext uri="{FF2B5EF4-FFF2-40B4-BE49-F238E27FC236}">
                    <a16:creationId xmlns:a16="http://schemas.microsoft.com/office/drawing/2014/main" id="{345240B9-C740-4F27-8BAA-21CEF5585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136"/>
                <a:ext cx="23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7" name="Freeform 448">
                <a:extLst>
                  <a:ext uri="{FF2B5EF4-FFF2-40B4-BE49-F238E27FC236}">
                    <a16:creationId xmlns:a16="http://schemas.microsoft.com/office/drawing/2014/main" id="{B206B1E7-5099-46FC-8387-9620746D3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2072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8" name="Freeform 449">
                <a:extLst>
                  <a:ext uri="{FF2B5EF4-FFF2-40B4-BE49-F238E27FC236}">
                    <a16:creationId xmlns:a16="http://schemas.microsoft.com/office/drawing/2014/main" id="{ACE80656-39E7-46C1-A491-E1443BD50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2008"/>
                <a:ext cx="23" cy="2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19" name="Freeform 450">
                <a:extLst>
                  <a:ext uri="{FF2B5EF4-FFF2-40B4-BE49-F238E27FC236}">
                    <a16:creationId xmlns:a16="http://schemas.microsoft.com/office/drawing/2014/main" id="{60528BB3-8524-49AB-81CF-0B46D1F62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1946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0" name="Freeform 451">
                <a:extLst>
                  <a:ext uri="{FF2B5EF4-FFF2-40B4-BE49-F238E27FC236}">
                    <a16:creationId xmlns:a16="http://schemas.microsoft.com/office/drawing/2014/main" id="{020459C0-6747-423B-B018-FE30377DC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882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1" name="Freeform 452">
                <a:extLst>
                  <a:ext uri="{FF2B5EF4-FFF2-40B4-BE49-F238E27FC236}">
                    <a16:creationId xmlns:a16="http://schemas.microsoft.com/office/drawing/2014/main" id="{E2B35C19-6C10-4636-840F-63F822204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" y="1825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2" name="Freeform 453">
                <a:extLst>
                  <a:ext uri="{FF2B5EF4-FFF2-40B4-BE49-F238E27FC236}">
                    <a16:creationId xmlns:a16="http://schemas.microsoft.com/office/drawing/2014/main" id="{16F9F906-F2BF-44E4-AC73-4C877277C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1767"/>
                <a:ext cx="24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3" name="Freeform 454">
                <a:extLst>
                  <a:ext uri="{FF2B5EF4-FFF2-40B4-BE49-F238E27FC236}">
                    <a16:creationId xmlns:a16="http://schemas.microsoft.com/office/drawing/2014/main" id="{2F3FA823-0EA3-4F77-9589-5D479A4C7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" y="1710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4" name="Freeform 455">
                <a:extLst>
                  <a:ext uri="{FF2B5EF4-FFF2-40B4-BE49-F238E27FC236}">
                    <a16:creationId xmlns:a16="http://schemas.microsoft.com/office/drawing/2014/main" id="{81BD9DDF-A0E4-480C-BC64-BE7B7BE9C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7" y="165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5" name="Freeform 456">
                <a:extLst>
                  <a:ext uri="{FF2B5EF4-FFF2-40B4-BE49-F238E27FC236}">
                    <a16:creationId xmlns:a16="http://schemas.microsoft.com/office/drawing/2014/main" id="{07E17C54-8830-44AC-9CDB-E588B34F7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606"/>
                <a:ext cx="33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6" name="Freeform 457">
                <a:extLst>
                  <a:ext uri="{FF2B5EF4-FFF2-40B4-BE49-F238E27FC236}">
                    <a16:creationId xmlns:a16="http://schemas.microsoft.com/office/drawing/2014/main" id="{B62AD499-BD2F-4A35-9672-EE995592A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1561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7" name="Freeform 458">
                <a:extLst>
                  <a:ext uri="{FF2B5EF4-FFF2-40B4-BE49-F238E27FC236}">
                    <a16:creationId xmlns:a16="http://schemas.microsoft.com/office/drawing/2014/main" id="{9A502EFD-7731-42A8-A754-A8EA7525F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5" y="1518"/>
                <a:ext cx="33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8" name="Freeform 459">
                <a:extLst>
                  <a:ext uri="{FF2B5EF4-FFF2-40B4-BE49-F238E27FC236}">
                    <a16:creationId xmlns:a16="http://schemas.microsoft.com/office/drawing/2014/main" id="{6B79B06A-7F56-4F03-9DC8-941BD5D0A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482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29" name="Freeform 460">
                <a:extLst>
                  <a:ext uri="{FF2B5EF4-FFF2-40B4-BE49-F238E27FC236}">
                    <a16:creationId xmlns:a16="http://schemas.microsoft.com/office/drawing/2014/main" id="{2F9FD64E-0DED-4AAC-8BCB-85BFE4D07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" y="1446"/>
                <a:ext cx="35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0" name="Freeform 461">
                <a:extLst>
                  <a:ext uri="{FF2B5EF4-FFF2-40B4-BE49-F238E27FC236}">
                    <a16:creationId xmlns:a16="http://schemas.microsoft.com/office/drawing/2014/main" id="{8C728C9E-077C-4F76-81B8-6C14A399A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1418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1" name="Freeform 462">
                <a:extLst>
                  <a:ext uri="{FF2B5EF4-FFF2-40B4-BE49-F238E27FC236}">
                    <a16:creationId xmlns:a16="http://schemas.microsoft.com/office/drawing/2014/main" id="{0CCD0F39-391E-41F5-95A6-FC09A2998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389"/>
                <a:ext cx="36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2" name="Freeform 463">
                <a:extLst>
                  <a:ext uri="{FF2B5EF4-FFF2-40B4-BE49-F238E27FC236}">
                    <a16:creationId xmlns:a16="http://schemas.microsoft.com/office/drawing/2014/main" id="{BC5BB21E-D6C0-4F52-8BCF-51558CE85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" y="1368"/>
                <a:ext cx="33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3" name="Freeform 464">
                <a:extLst>
                  <a:ext uri="{FF2B5EF4-FFF2-40B4-BE49-F238E27FC236}">
                    <a16:creationId xmlns:a16="http://schemas.microsoft.com/office/drawing/2014/main" id="{71EA1A59-4EBA-4F1F-BCE8-2A25DFF9F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1354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4" name="Freeform 465">
                <a:extLst>
                  <a:ext uri="{FF2B5EF4-FFF2-40B4-BE49-F238E27FC236}">
                    <a16:creationId xmlns:a16="http://schemas.microsoft.com/office/drawing/2014/main" id="{72B0040E-B2EC-4213-9264-C3B1848AA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1342"/>
                <a:ext cx="29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5" name="Freeform 466">
                <a:extLst>
                  <a:ext uri="{FF2B5EF4-FFF2-40B4-BE49-F238E27FC236}">
                    <a16:creationId xmlns:a16="http://schemas.microsoft.com/office/drawing/2014/main" id="{A324E65B-9C95-4AEA-BA18-6027C17F7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335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6" name="Freeform 467">
                <a:extLst>
                  <a:ext uri="{FF2B5EF4-FFF2-40B4-BE49-F238E27FC236}">
                    <a16:creationId xmlns:a16="http://schemas.microsoft.com/office/drawing/2014/main" id="{2A3A48C5-2B1A-4830-AF7B-A7EBC388A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335"/>
                <a:ext cx="24" cy="2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7" name="Freeform 468">
                <a:extLst>
                  <a:ext uri="{FF2B5EF4-FFF2-40B4-BE49-F238E27FC236}">
                    <a16:creationId xmlns:a16="http://schemas.microsoft.com/office/drawing/2014/main" id="{7C09C517-0BE4-45D0-BCDF-381CDF3AA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1337"/>
                <a:ext cx="24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8" name="Freeform 469">
                <a:extLst>
                  <a:ext uri="{FF2B5EF4-FFF2-40B4-BE49-F238E27FC236}">
                    <a16:creationId xmlns:a16="http://schemas.microsoft.com/office/drawing/2014/main" id="{9D9123C3-FF07-41B4-83E0-F6BE01A03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344"/>
                <a:ext cx="24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39" name="Freeform 470">
                <a:extLst>
                  <a:ext uri="{FF2B5EF4-FFF2-40B4-BE49-F238E27FC236}">
                    <a16:creationId xmlns:a16="http://schemas.microsoft.com/office/drawing/2014/main" id="{4AC91B3F-6438-4CEC-AB68-3ED37DA3D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1356"/>
                <a:ext cx="19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0" name="Freeform 471">
                <a:extLst>
                  <a:ext uri="{FF2B5EF4-FFF2-40B4-BE49-F238E27FC236}">
                    <a16:creationId xmlns:a16="http://schemas.microsoft.com/office/drawing/2014/main" id="{BC3DFAAD-8519-47D5-A33F-A5AABCA8A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1365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1" name="Freeform 472">
                <a:extLst>
                  <a:ext uri="{FF2B5EF4-FFF2-40B4-BE49-F238E27FC236}">
                    <a16:creationId xmlns:a16="http://schemas.microsoft.com/office/drawing/2014/main" id="{D1401122-2888-4E0B-B901-48F3888F6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8" y="1389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2" name="Freeform 473">
                <a:extLst>
                  <a:ext uri="{FF2B5EF4-FFF2-40B4-BE49-F238E27FC236}">
                    <a16:creationId xmlns:a16="http://schemas.microsoft.com/office/drawing/2014/main" id="{CEC8B720-69A0-4561-8405-C1D3361B9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1415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3" name="Freeform 474">
                <a:extLst>
                  <a:ext uri="{FF2B5EF4-FFF2-40B4-BE49-F238E27FC236}">
                    <a16:creationId xmlns:a16="http://schemas.microsoft.com/office/drawing/2014/main" id="{003C4D7B-34A5-4955-96F5-7F26759A3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1442"/>
                <a:ext cx="33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4" name="Freeform 475">
                <a:extLst>
                  <a:ext uri="{FF2B5EF4-FFF2-40B4-BE49-F238E27FC236}">
                    <a16:creationId xmlns:a16="http://schemas.microsoft.com/office/drawing/2014/main" id="{DE4AF588-3275-4194-A5CC-7B24A6FBB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477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5" name="Freeform 476">
                <a:extLst>
                  <a:ext uri="{FF2B5EF4-FFF2-40B4-BE49-F238E27FC236}">
                    <a16:creationId xmlns:a16="http://schemas.microsoft.com/office/drawing/2014/main" id="{34DCFF37-02CA-4425-B346-DC0696D78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1513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6" name="Freeform 477">
                <a:extLst>
                  <a:ext uri="{FF2B5EF4-FFF2-40B4-BE49-F238E27FC236}">
                    <a16:creationId xmlns:a16="http://schemas.microsoft.com/office/drawing/2014/main" id="{1422D4BF-4BFC-4444-AB6D-5BF58F7BD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556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7" name="Freeform 478">
                <a:extLst>
                  <a:ext uri="{FF2B5EF4-FFF2-40B4-BE49-F238E27FC236}">
                    <a16:creationId xmlns:a16="http://schemas.microsoft.com/office/drawing/2014/main" id="{4F04529B-0F37-407C-9A79-D3B7F9688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" y="1601"/>
                <a:ext cx="35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8" name="Freeform 479">
                <a:extLst>
                  <a:ext uri="{FF2B5EF4-FFF2-40B4-BE49-F238E27FC236}">
                    <a16:creationId xmlns:a16="http://schemas.microsoft.com/office/drawing/2014/main" id="{687BAA9A-B4E7-4552-929E-B8454435D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3" y="1646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49" name="Freeform 480">
                <a:extLst>
                  <a:ext uri="{FF2B5EF4-FFF2-40B4-BE49-F238E27FC236}">
                    <a16:creationId xmlns:a16="http://schemas.microsoft.com/office/drawing/2014/main" id="{983F7DB7-D663-49B6-87E1-C5E2A128A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6" y="1703"/>
                <a:ext cx="35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0" name="Freeform 481">
                <a:extLst>
                  <a:ext uri="{FF2B5EF4-FFF2-40B4-BE49-F238E27FC236}">
                    <a16:creationId xmlns:a16="http://schemas.microsoft.com/office/drawing/2014/main" id="{ADFEEFCE-F3B9-4FC7-8715-0C7EC8057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1753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1" name="Freeform 482">
                <a:extLst>
                  <a:ext uri="{FF2B5EF4-FFF2-40B4-BE49-F238E27FC236}">
                    <a16:creationId xmlns:a16="http://schemas.microsoft.com/office/drawing/2014/main" id="{117BDC43-04D8-44C1-9B8D-C4B3505C0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" y="1813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2" name="Freeform 483">
                <a:extLst>
                  <a:ext uri="{FF2B5EF4-FFF2-40B4-BE49-F238E27FC236}">
                    <a16:creationId xmlns:a16="http://schemas.microsoft.com/office/drawing/2014/main" id="{F9E30F61-00F2-4823-9B06-0445E0002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" y="1870"/>
                <a:ext cx="42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3" name="Freeform 484">
                <a:extLst>
                  <a:ext uri="{FF2B5EF4-FFF2-40B4-BE49-F238E27FC236}">
                    <a16:creationId xmlns:a16="http://schemas.microsoft.com/office/drawing/2014/main" id="{6C421DC3-1736-4BAC-96A7-7BDF6D34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" y="1929"/>
                <a:ext cx="43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4" name="Freeform 485">
                <a:extLst>
                  <a:ext uri="{FF2B5EF4-FFF2-40B4-BE49-F238E27FC236}">
                    <a16:creationId xmlns:a16="http://schemas.microsoft.com/office/drawing/2014/main" id="{44EFB2E5-8604-4245-B574-B2EAF0512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2" y="1993"/>
                <a:ext cx="40" cy="4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5" name="Freeform 486">
                <a:extLst>
                  <a:ext uri="{FF2B5EF4-FFF2-40B4-BE49-F238E27FC236}">
                    <a16:creationId xmlns:a16="http://schemas.microsoft.com/office/drawing/2014/main" id="{718114C6-2EA8-40BB-8E2D-3ABA25808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058"/>
                <a:ext cx="40" cy="4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6" name="Freeform 487">
                <a:extLst>
                  <a:ext uri="{FF2B5EF4-FFF2-40B4-BE49-F238E27FC236}">
                    <a16:creationId xmlns:a16="http://schemas.microsoft.com/office/drawing/2014/main" id="{F76AE376-2530-4092-B756-6EEA4C36C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" y="2122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7" name="Freeform 488">
                <a:extLst>
                  <a:ext uri="{FF2B5EF4-FFF2-40B4-BE49-F238E27FC236}">
                    <a16:creationId xmlns:a16="http://schemas.microsoft.com/office/drawing/2014/main" id="{D48393B0-43EE-4C6C-9516-BDB6D6B15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5" y="2186"/>
                <a:ext cx="38" cy="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8" name="Freeform 489">
                <a:extLst>
                  <a:ext uri="{FF2B5EF4-FFF2-40B4-BE49-F238E27FC236}">
                    <a16:creationId xmlns:a16="http://schemas.microsoft.com/office/drawing/2014/main" id="{5CAE6C5D-9F37-4473-8CAD-1CBC4E981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5" y="2253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59" name="Freeform 490">
                <a:extLst>
                  <a:ext uri="{FF2B5EF4-FFF2-40B4-BE49-F238E27FC236}">
                    <a16:creationId xmlns:a16="http://schemas.microsoft.com/office/drawing/2014/main" id="{9D0964EE-41D3-42BB-B33E-E8DF2000B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" y="2317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0" name="Freeform 491">
                <a:extLst>
                  <a:ext uri="{FF2B5EF4-FFF2-40B4-BE49-F238E27FC236}">
                    <a16:creationId xmlns:a16="http://schemas.microsoft.com/office/drawing/2014/main" id="{D078484F-8C50-4E7B-A423-B6767D6C9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9" y="2381"/>
                <a:ext cx="31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1" name="Freeform 492">
                <a:extLst>
                  <a:ext uri="{FF2B5EF4-FFF2-40B4-BE49-F238E27FC236}">
                    <a16:creationId xmlns:a16="http://schemas.microsoft.com/office/drawing/2014/main" id="{F96C7A82-73F3-46C1-A9F3-C32C346A7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" y="2445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2" name="Freeform 493">
                <a:extLst>
                  <a:ext uri="{FF2B5EF4-FFF2-40B4-BE49-F238E27FC236}">
                    <a16:creationId xmlns:a16="http://schemas.microsoft.com/office/drawing/2014/main" id="{7AF75DB9-FF5F-414F-B4EF-82E809D1D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" y="2507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3" name="Freeform 494">
                <a:extLst>
                  <a:ext uri="{FF2B5EF4-FFF2-40B4-BE49-F238E27FC236}">
                    <a16:creationId xmlns:a16="http://schemas.microsoft.com/office/drawing/2014/main" id="{E0D11C2A-7D14-4DFD-B28D-8EF0B9368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2567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4" name="Freeform 495">
                <a:extLst>
                  <a:ext uri="{FF2B5EF4-FFF2-40B4-BE49-F238E27FC236}">
                    <a16:creationId xmlns:a16="http://schemas.microsoft.com/office/drawing/2014/main" id="{042BB33D-CA55-468E-A0E0-5D8A0739D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2624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5" name="Freeform 496">
                <a:extLst>
                  <a:ext uri="{FF2B5EF4-FFF2-40B4-BE49-F238E27FC236}">
                    <a16:creationId xmlns:a16="http://schemas.microsoft.com/office/drawing/2014/main" id="{2E06C206-F966-4A16-9B08-0156A3881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5" y="2681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6" name="Freeform 497">
                <a:extLst>
                  <a:ext uri="{FF2B5EF4-FFF2-40B4-BE49-F238E27FC236}">
                    <a16:creationId xmlns:a16="http://schemas.microsoft.com/office/drawing/2014/main" id="{0BC0298C-6C41-443B-B8CC-4DEE4A97AF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2733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7" name="Freeform 498">
                <a:extLst>
                  <a:ext uri="{FF2B5EF4-FFF2-40B4-BE49-F238E27FC236}">
                    <a16:creationId xmlns:a16="http://schemas.microsoft.com/office/drawing/2014/main" id="{77D3CE79-3FE9-43B0-AB93-BA0C877AB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2783"/>
                <a:ext cx="24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8" name="Freeform 499">
                <a:extLst>
                  <a:ext uri="{FF2B5EF4-FFF2-40B4-BE49-F238E27FC236}">
                    <a16:creationId xmlns:a16="http://schemas.microsoft.com/office/drawing/2014/main" id="{C2FA1971-C83C-4D73-817C-71942448D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" y="2828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69" name="Freeform 500">
                <a:extLst>
                  <a:ext uri="{FF2B5EF4-FFF2-40B4-BE49-F238E27FC236}">
                    <a16:creationId xmlns:a16="http://schemas.microsoft.com/office/drawing/2014/main" id="{65A52D0C-7274-40C6-AD9D-AFCB09F91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" y="2871"/>
                <a:ext cx="22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0" name="Freeform 501">
                <a:extLst>
                  <a:ext uri="{FF2B5EF4-FFF2-40B4-BE49-F238E27FC236}">
                    <a16:creationId xmlns:a16="http://schemas.microsoft.com/office/drawing/2014/main" id="{3E439C46-A5CF-40C1-93E4-83FA3B697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2909"/>
                <a:ext cx="22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1" name="Freeform 502">
                <a:extLst>
                  <a:ext uri="{FF2B5EF4-FFF2-40B4-BE49-F238E27FC236}">
                    <a16:creationId xmlns:a16="http://schemas.microsoft.com/office/drawing/2014/main" id="{5D091872-56F0-46FD-917C-1AE664C72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" y="2947"/>
                <a:ext cx="19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2" name="Freeform 503">
                <a:extLst>
                  <a:ext uri="{FF2B5EF4-FFF2-40B4-BE49-F238E27FC236}">
                    <a16:creationId xmlns:a16="http://schemas.microsoft.com/office/drawing/2014/main" id="{DB540C19-3DDA-4C80-80FA-51721E7CD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2976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3" name="Freeform 504">
                <a:extLst>
                  <a:ext uri="{FF2B5EF4-FFF2-40B4-BE49-F238E27FC236}">
                    <a16:creationId xmlns:a16="http://schemas.microsoft.com/office/drawing/2014/main" id="{28EF2607-23D9-4652-AAC1-4D448683B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3002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4" name="Freeform 505">
                <a:extLst>
                  <a:ext uri="{FF2B5EF4-FFF2-40B4-BE49-F238E27FC236}">
                    <a16:creationId xmlns:a16="http://schemas.microsoft.com/office/drawing/2014/main" id="{CA7B4CB7-664F-4CF0-AB5B-166DA43B6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3026"/>
                <a:ext cx="17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5" name="Freeform 506">
                <a:extLst>
                  <a:ext uri="{FF2B5EF4-FFF2-40B4-BE49-F238E27FC236}">
                    <a16:creationId xmlns:a16="http://schemas.microsoft.com/office/drawing/2014/main" id="{02E298F1-555F-4136-AB9A-72F142FA4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3042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6" name="Freeform 507">
                <a:extLst>
                  <a:ext uri="{FF2B5EF4-FFF2-40B4-BE49-F238E27FC236}">
                    <a16:creationId xmlns:a16="http://schemas.microsoft.com/office/drawing/2014/main" id="{3B65FB29-6A96-4E86-A323-1E4D51DE2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5" y="3054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7" name="Freeform 508">
                <a:extLst>
                  <a:ext uri="{FF2B5EF4-FFF2-40B4-BE49-F238E27FC236}">
                    <a16:creationId xmlns:a16="http://schemas.microsoft.com/office/drawing/2014/main" id="{E809049D-B079-46FB-A8E1-3FF20239D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3061"/>
                <a:ext cx="16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8" name="Freeform 509">
                <a:extLst>
                  <a:ext uri="{FF2B5EF4-FFF2-40B4-BE49-F238E27FC236}">
                    <a16:creationId xmlns:a16="http://schemas.microsoft.com/office/drawing/2014/main" id="{A11D9017-19A5-4875-B678-1EFD6F8D7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3138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79" name="Freeform 510">
                <a:extLst>
                  <a:ext uri="{FF2B5EF4-FFF2-40B4-BE49-F238E27FC236}">
                    <a16:creationId xmlns:a16="http://schemas.microsoft.com/office/drawing/2014/main" id="{B417851D-8962-4D31-9D02-F88E237F1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135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0" name="Freeform 511">
                <a:extLst>
                  <a:ext uri="{FF2B5EF4-FFF2-40B4-BE49-F238E27FC236}">
                    <a16:creationId xmlns:a16="http://schemas.microsoft.com/office/drawing/2014/main" id="{2ABEB9BB-D9A1-48A2-A1C0-459CF89FF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3128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1" name="Freeform 512">
                <a:extLst>
                  <a:ext uri="{FF2B5EF4-FFF2-40B4-BE49-F238E27FC236}">
                    <a16:creationId xmlns:a16="http://schemas.microsoft.com/office/drawing/2014/main" id="{670CDCC6-AE03-4E2E-BBC4-02C7BCA4F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118"/>
                <a:ext cx="15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2" name="Freeform 513">
                <a:extLst>
                  <a:ext uri="{FF2B5EF4-FFF2-40B4-BE49-F238E27FC236}">
                    <a16:creationId xmlns:a16="http://schemas.microsoft.com/office/drawing/2014/main" id="{2C480A19-F28B-40E8-BE82-CD085342B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3104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3" name="Freeform 514">
                <a:extLst>
                  <a:ext uri="{FF2B5EF4-FFF2-40B4-BE49-F238E27FC236}">
                    <a16:creationId xmlns:a16="http://schemas.microsoft.com/office/drawing/2014/main" id="{B6B6D483-D16E-4D5B-B525-C8D70CF8C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3083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4" name="Freeform 515">
                <a:extLst>
                  <a:ext uri="{FF2B5EF4-FFF2-40B4-BE49-F238E27FC236}">
                    <a16:creationId xmlns:a16="http://schemas.microsoft.com/office/drawing/2014/main" id="{F019A1C9-84A9-4B00-B45D-B72EAE4B2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3059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5" name="Freeform 516">
                <a:extLst>
                  <a:ext uri="{FF2B5EF4-FFF2-40B4-BE49-F238E27FC236}">
                    <a16:creationId xmlns:a16="http://schemas.microsoft.com/office/drawing/2014/main" id="{A3DE593C-ECD0-409D-808C-E0908680B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" y="3033"/>
                <a:ext cx="10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6" name="Freeform 517">
                <a:extLst>
                  <a:ext uri="{FF2B5EF4-FFF2-40B4-BE49-F238E27FC236}">
                    <a16:creationId xmlns:a16="http://schemas.microsoft.com/office/drawing/2014/main" id="{D36CC40D-0B45-40F2-9AA5-A6A620FB5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3002"/>
                <a:ext cx="10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7" name="Freeform 518">
                <a:extLst>
                  <a:ext uri="{FF2B5EF4-FFF2-40B4-BE49-F238E27FC236}">
                    <a16:creationId xmlns:a16="http://schemas.microsoft.com/office/drawing/2014/main" id="{8DAC37E9-88E7-4AEC-A457-93003AE0E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7" y="2969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8" name="Freeform 519">
                <a:extLst>
                  <a:ext uri="{FF2B5EF4-FFF2-40B4-BE49-F238E27FC236}">
                    <a16:creationId xmlns:a16="http://schemas.microsoft.com/office/drawing/2014/main" id="{DEE8F9E2-A393-4270-BF15-CA2707F00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" y="2928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89" name="Freeform 520">
                <a:extLst>
                  <a:ext uri="{FF2B5EF4-FFF2-40B4-BE49-F238E27FC236}">
                    <a16:creationId xmlns:a16="http://schemas.microsoft.com/office/drawing/2014/main" id="{D8275542-4E3B-4C6A-9C8F-D7697E0E5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885"/>
                <a:ext cx="7" cy="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0" name="Freeform 521">
                <a:extLst>
                  <a:ext uri="{FF2B5EF4-FFF2-40B4-BE49-F238E27FC236}">
                    <a16:creationId xmlns:a16="http://schemas.microsoft.com/office/drawing/2014/main" id="{D20BAB0A-58FA-4708-AD84-7528C3CF1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2" y="2840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1" name="Freeform 522">
                <a:extLst>
                  <a:ext uri="{FF2B5EF4-FFF2-40B4-BE49-F238E27FC236}">
                    <a16:creationId xmlns:a16="http://schemas.microsoft.com/office/drawing/2014/main" id="{AF99FCEA-A174-4360-9FA9-2EF7AE0CF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7" y="2788"/>
                <a:ext cx="11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2" name="Oval 523">
                <a:extLst>
                  <a:ext uri="{FF2B5EF4-FFF2-40B4-BE49-F238E27FC236}">
                    <a16:creationId xmlns:a16="http://schemas.microsoft.com/office/drawing/2014/main" id="{E1001C7E-635B-4281-A042-4E3E7FAB0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9" y="2738"/>
                <a:ext cx="11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3" name="Freeform 524">
                <a:extLst>
                  <a:ext uri="{FF2B5EF4-FFF2-40B4-BE49-F238E27FC236}">
                    <a16:creationId xmlns:a16="http://schemas.microsoft.com/office/drawing/2014/main" id="{DCEB175F-E458-4575-9CF3-A83F5B249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2683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4" name="Freeform 525">
                <a:extLst>
                  <a:ext uri="{FF2B5EF4-FFF2-40B4-BE49-F238E27FC236}">
                    <a16:creationId xmlns:a16="http://schemas.microsoft.com/office/drawing/2014/main" id="{0A43DC40-EA06-4DFE-B682-B320837F3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2628"/>
                <a:ext cx="7" cy="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5" name="Freeform 526">
                <a:extLst>
                  <a:ext uri="{FF2B5EF4-FFF2-40B4-BE49-F238E27FC236}">
                    <a16:creationId xmlns:a16="http://schemas.microsoft.com/office/drawing/2014/main" id="{79C74055-BBD2-40FC-B558-A4E16ECE5B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2569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6" name="Freeform 527">
                <a:extLst>
                  <a:ext uri="{FF2B5EF4-FFF2-40B4-BE49-F238E27FC236}">
                    <a16:creationId xmlns:a16="http://schemas.microsoft.com/office/drawing/2014/main" id="{45DE4584-833D-4DD6-A1CE-B1C47D6A9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" y="2510"/>
                <a:ext cx="10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7" name="Freeform 528">
                <a:extLst>
                  <a:ext uri="{FF2B5EF4-FFF2-40B4-BE49-F238E27FC236}">
                    <a16:creationId xmlns:a16="http://schemas.microsoft.com/office/drawing/2014/main" id="{3B072D03-4BC9-4DAF-953E-B56F5EAB5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450"/>
                <a:ext cx="8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8" name="Freeform 529">
                <a:extLst>
                  <a:ext uri="{FF2B5EF4-FFF2-40B4-BE49-F238E27FC236}">
                    <a16:creationId xmlns:a16="http://schemas.microsoft.com/office/drawing/2014/main" id="{4CE0B9B2-AC7F-45CE-A62A-F737A50C6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2384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499" name="Freeform 530">
                <a:extLst>
                  <a:ext uri="{FF2B5EF4-FFF2-40B4-BE49-F238E27FC236}">
                    <a16:creationId xmlns:a16="http://schemas.microsoft.com/office/drawing/2014/main" id="{ECBC0237-2576-4C03-9463-4EA9FA408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319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0" name="Freeform 531">
                <a:extLst>
                  <a:ext uri="{FF2B5EF4-FFF2-40B4-BE49-F238E27FC236}">
                    <a16:creationId xmlns:a16="http://schemas.microsoft.com/office/drawing/2014/main" id="{19AA6B25-4F5A-4076-AC99-5F6DB7509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2253"/>
                <a:ext cx="16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1" name="Freeform 532">
                <a:extLst>
                  <a:ext uri="{FF2B5EF4-FFF2-40B4-BE49-F238E27FC236}">
                    <a16:creationId xmlns:a16="http://schemas.microsoft.com/office/drawing/2014/main" id="{F06A08AC-44D7-484B-B9D8-948D16864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186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2" name="Freeform 533">
                <a:extLst>
                  <a:ext uri="{FF2B5EF4-FFF2-40B4-BE49-F238E27FC236}">
                    <a16:creationId xmlns:a16="http://schemas.microsoft.com/office/drawing/2014/main" id="{4CF5D562-9EA5-4E6F-8AD6-05A7007F5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2122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3" name="Freeform 534">
                <a:extLst>
                  <a:ext uri="{FF2B5EF4-FFF2-40B4-BE49-F238E27FC236}">
                    <a16:creationId xmlns:a16="http://schemas.microsoft.com/office/drawing/2014/main" id="{71963E05-040D-458A-B759-2E666FA53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58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4" name="Freeform 535">
                <a:extLst>
                  <a:ext uri="{FF2B5EF4-FFF2-40B4-BE49-F238E27FC236}">
                    <a16:creationId xmlns:a16="http://schemas.microsoft.com/office/drawing/2014/main" id="{C7D668E5-77FA-4C69-8E1F-A0C6EB5AD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993"/>
                <a:ext cx="19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5" name="Freeform 536">
                <a:extLst>
                  <a:ext uri="{FF2B5EF4-FFF2-40B4-BE49-F238E27FC236}">
                    <a16:creationId xmlns:a16="http://schemas.microsoft.com/office/drawing/2014/main" id="{0CE65EC7-DDFD-4082-A7AE-452386228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932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6" name="Freeform 537">
                <a:extLst>
                  <a:ext uri="{FF2B5EF4-FFF2-40B4-BE49-F238E27FC236}">
                    <a16:creationId xmlns:a16="http://schemas.microsoft.com/office/drawing/2014/main" id="{67B2CCCB-BEAB-42D5-8197-88741D520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4" y="1870"/>
                <a:ext cx="24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7" name="Freeform 538">
                <a:extLst>
                  <a:ext uri="{FF2B5EF4-FFF2-40B4-BE49-F238E27FC236}">
                    <a16:creationId xmlns:a16="http://schemas.microsoft.com/office/drawing/2014/main" id="{C54BF71A-1346-4381-AFA2-4774A32B0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1" y="1810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8" name="Freeform 539">
                <a:extLst>
                  <a:ext uri="{FF2B5EF4-FFF2-40B4-BE49-F238E27FC236}">
                    <a16:creationId xmlns:a16="http://schemas.microsoft.com/office/drawing/2014/main" id="{DBD3B263-F1CF-46F6-8442-EBB5BC4F9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753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09" name="Freeform 540">
                <a:extLst>
                  <a:ext uri="{FF2B5EF4-FFF2-40B4-BE49-F238E27FC236}">
                    <a16:creationId xmlns:a16="http://schemas.microsoft.com/office/drawing/2014/main" id="{C33DEB45-CB8F-4797-907E-B25B78FD2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69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0" name="Freeform 541">
                <a:extLst>
                  <a:ext uri="{FF2B5EF4-FFF2-40B4-BE49-F238E27FC236}">
                    <a16:creationId xmlns:a16="http://schemas.microsoft.com/office/drawing/2014/main" id="{9E243AEA-B297-44FB-A2BA-92C80A0DA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641"/>
                <a:ext cx="26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1" name="Freeform 542">
                <a:extLst>
                  <a:ext uri="{FF2B5EF4-FFF2-40B4-BE49-F238E27FC236}">
                    <a16:creationId xmlns:a16="http://schemas.microsoft.com/office/drawing/2014/main" id="{92D62E4F-190A-44AC-B3EC-9C1FF7462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1589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2" name="Freeform 543">
                <a:extLst>
                  <a:ext uri="{FF2B5EF4-FFF2-40B4-BE49-F238E27FC236}">
                    <a16:creationId xmlns:a16="http://schemas.microsoft.com/office/drawing/2014/main" id="{F731B94F-B4A7-4FE8-82FD-5B394D097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39"/>
                <a:ext cx="34" cy="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3" name="Freeform 544">
                <a:extLst>
                  <a:ext uri="{FF2B5EF4-FFF2-40B4-BE49-F238E27FC236}">
                    <a16:creationId xmlns:a16="http://schemas.microsoft.com/office/drawing/2014/main" id="{32F2FEBC-C8E9-4037-B4B2-1556922A6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4" y="1496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4" name="Freeform 545">
                <a:extLst>
                  <a:ext uri="{FF2B5EF4-FFF2-40B4-BE49-F238E27FC236}">
                    <a16:creationId xmlns:a16="http://schemas.microsoft.com/office/drawing/2014/main" id="{AA212951-D341-495C-AFA7-A13327CB9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453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5" name="Freeform 546">
                <a:extLst>
                  <a:ext uri="{FF2B5EF4-FFF2-40B4-BE49-F238E27FC236}">
                    <a16:creationId xmlns:a16="http://schemas.microsoft.com/office/drawing/2014/main" id="{DA20E5AA-F6AA-4484-AE17-A3DF1F210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1420"/>
                <a:ext cx="26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6" name="Freeform 547">
                <a:extLst>
                  <a:ext uri="{FF2B5EF4-FFF2-40B4-BE49-F238E27FC236}">
                    <a16:creationId xmlns:a16="http://schemas.microsoft.com/office/drawing/2014/main" id="{2058497B-1B59-4706-A08C-B97CFCDFF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1384"/>
                <a:ext cx="27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7" name="Freeform 548">
                <a:extLst>
                  <a:ext uri="{FF2B5EF4-FFF2-40B4-BE49-F238E27FC236}">
                    <a16:creationId xmlns:a16="http://schemas.microsoft.com/office/drawing/2014/main" id="{A1603BB0-5416-4B47-A45D-BF74DCFEE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1358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8" name="Freeform 549">
                <a:extLst>
                  <a:ext uri="{FF2B5EF4-FFF2-40B4-BE49-F238E27FC236}">
                    <a16:creationId xmlns:a16="http://schemas.microsoft.com/office/drawing/2014/main" id="{3E542789-2DEA-4B11-BEF9-047B5184D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" y="1330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19" name="Freeform 550">
                <a:extLst>
                  <a:ext uri="{FF2B5EF4-FFF2-40B4-BE49-F238E27FC236}">
                    <a16:creationId xmlns:a16="http://schemas.microsoft.com/office/drawing/2014/main" id="{D3EAFD6D-447A-4CB9-A14B-9E29654FD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1306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0" name="Freeform 551">
                <a:extLst>
                  <a:ext uri="{FF2B5EF4-FFF2-40B4-BE49-F238E27FC236}">
                    <a16:creationId xmlns:a16="http://schemas.microsoft.com/office/drawing/2014/main" id="{70EEC308-74E9-469B-9E55-96F61F3D6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1287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1" name="Freeform 552">
                <a:extLst>
                  <a:ext uri="{FF2B5EF4-FFF2-40B4-BE49-F238E27FC236}">
                    <a16:creationId xmlns:a16="http://schemas.microsoft.com/office/drawing/2014/main" id="{4DB647A4-FB96-4F26-A0BC-4D4738849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8" y="1277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2" name="Freeform 553">
                <a:extLst>
                  <a:ext uri="{FF2B5EF4-FFF2-40B4-BE49-F238E27FC236}">
                    <a16:creationId xmlns:a16="http://schemas.microsoft.com/office/drawing/2014/main" id="{A9EC300A-2255-4891-B0DD-E974754DA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2" y="1270"/>
                <a:ext cx="19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3" name="Freeform 554">
                <a:extLst>
                  <a:ext uri="{FF2B5EF4-FFF2-40B4-BE49-F238E27FC236}">
                    <a16:creationId xmlns:a16="http://schemas.microsoft.com/office/drawing/2014/main" id="{C711279C-8C90-47DE-9054-3E08C3E3B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1266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4" name="Freeform 555">
                <a:extLst>
                  <a:ext uri="{FF2B5EF4-FFF2-40B4-BE49-F238E27FC236}">
                    <a16:creationId xmlns:a16="http://schemas.microsoft.com/office/drawing/2014/main" id="{B6AF89B9-3C3E-41B9-9F34-57B25E061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3" y="1266"/>
                <a:ext cx="16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5" name="Freeform 556">
                <a:extLst>
                  <a:ext uri="{FF2B5EF4-FFF2-40B4-BE49-F238E27FC236}">
                    <a16:creationId xmlns:a16="http://schemas.microsoft.com/office/drawing/2014/main" id="{FEABFE7D-814D-48A3-9164-DF2DB2519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273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6" name="Freeform 557">
                <a:extLst>
                  <a:ext uri="{FF2B5EF4-FFF2-40B4-BE49-F238E27FC236}">
                    <a16:creationId xmlns:a16="http://schemas.microsoft.com/office/drawing/2014/main" id="{9417C10C-88E2-4C69-8C8A-3E3BBA4EA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3" y="1282"/>
                <a:ext cx="12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7" name="Freeform 558">
                <a:extLst>
                  <a:ext uri="{FF2B5EF4-FFF2-40B4-BE49-F238E27FC236}">
                    <a16:creationId xmlns:a16="http://schemas.microsoft.com/office/drawing/2014/main" id="{305FAB0A-CC70-460E-94B2-422E700A7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3" y="1289"/>
                <a:ext cx="19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8" name="Freeform 559">
                <a:extLst>
                  <a:ext uri="{FF2B5EF4-FFF2-40B4-BE49-F238E27FC236}">
                    <a16:creationId xmlns:a16="http://schemas.microsoft.com/office/drawing/2014/main" id="{B76B6192-AA51-4D80-BE55-88E2B248A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308"/>
                <a:ext cx="19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29" name="Freeform 560">
                <a:extLst>
                  <a:ext uri="{FF2B5EF4-FFF2-40B4-BE49-F238E27FC236}">
                    <a16:creationId xmlns:a16="http://schemas.microsoft.com/office/drawing/2014/main" id="{A2AA234F-DBED-4764-AA47-6175DA91C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1332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0" name="Freeform 561">
                <a:extLst>
                  <a:ext uri="{FF2B5EF4-FFF2-40B4-BE49-F238E27FC236}">
                    <a16:creationId xmlns:a16="http://schemas.microsoft.com/office/drawing/2014/main" id="{4BA26437-60D3-4963-BAED-CF618C58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1358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1" name="Freeform 562">
                <a:extLst>
                  <a:ext uri="{FF2B5EF4-FFF2-40B4-BE49-F238E27FC236}">
                    <a16:creationId xmlns:a16="http://schemas.microsoft.com/office/drawing/2014/main" id="{FC2584D6-ECEF-48D2-8521-20439CD0E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1382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2" name="Freeform 563">
                <a:extLst>
                  <a:ext uri="{FF2B5EF4-FFF2-40B4-BE49-F238E27FC236}">
                    <a16:creationId xmlns:a16="http://schemas.microsoft.com/office/drawing/2014/main" id="{8DF450C2-929E-47D2-A3D5-76BAE7379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1415"/>
                <a:ext cx="24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3" name="Freeform 564">
                <a:extLst>
                  <a:ext uri="{FF2B5EF4-FFF2-40B4-BE49-F238E27FC236}">
                    <a16:creationId xmlns:a16="http://schemas.microsoft.com/office/drawing/2014/main" id="{EC15922C-2C6F-4357-BBF6-3579EDBE9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5" y="1451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4" name="Freeform 565">
                <a:extLst>
                  <a:ext uri="{FF2B5EF4-FFF2-40B4-BE49-F238E27FC236}">
                    <a16:creationId xmlns:a16="http://schemas.microsoft.com/office/drawing/2014/main" id="{581AC71A-7FB0-4573-8739-E597C64D7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149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5" name="Freeform 566">
                <a:extLst>
                  <a:ext uri="{FF2B5EF4-FFF2-40B4-BE49-F238E27FC236}">
                    <a16:creationId xmlns:a16="http://schemas.microsoft.com/office/drawing/2014/main" id="{D4F4A705-DA91-41D2-BD7B-A0E08DE17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1534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6" name="Freeform 567">
                <a:extLst>
                  <a:ext uri="{FF2B5EF4-FFF2-40B4-BE49-F238E27FC236}">
                    <a16:creationId xmlns:a16="http://schemas.microsoft.com/office/drawing/2014/main" id="{7D301E4C-F95E-428F-B8B1-591DCE9E6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6" y="1584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7" name="Freeform 568">
                <a:extLst>
                  <a:ext uri="{FF2B5EF4-FFF2-40B4-BE49-F238E27FC236}">
                    <a16:creationId xmlns:a16="http://schemas.microsoft.com/office/drawing/2014/main" id="{A10488E5-27F5-49DF-84E2-1469E2940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1634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8" name="Freeform 569">
                <a:extLst>
                  <a:ext uri="{FF2B5EF4-FFF2-40B4-BE49-F238E27FC236}">
                    <a16:creationId xmlns:a16="http://schemas.microsoft.com/office/drawing/2014/main" id="{BF7A1FA3-7A5E-44C2-87AF-E8ACBA1EA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1689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39" name="Freeform 570">
                <a:extLst>
                  <a:ext uri="{FF2B5EF4-FFF2-40B4-BE49-F238E27FC236}">
                    <a16:creationId xmlns:a16="http://schemas.microsoft.com/office/drawing/2014/main" id="{250346C2-A370-4EF3-8323-F8390DA88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" y="1741"/>
                <a:ext cx="33" cy="3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0" name="Freeform 571">
                <a:extLst>
                  <a:ext uri="{FF2B5EF4-FFF2-40B4-BE49-F238E27FC236}">
                    <a16:creationId xmlns:a16="http://schemas.microsoft.com/office/drawing/2014/main" id="{DFEB6DA5-8D54-476A-8B09-120FC4C9E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1798"/>
                <a:ext cx="28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1" name="Freeform 572">
                <a:extLst>
                  <a:ext uri="{FF2B5EF4-FFF2-40B4-BE49-F238E27FC236}">
                    <a16:creationId xmlns:a16="http://schemas.microsoft.com/office/drawing/2014/main" id="{2FCE3E12-3ECD-4556-97BD-4FF9C8343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" y="1855"/>
                <a:ext cx="36" cy="3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2" name="Freeform 573">
                <a:extLst>
                  <a:ext uri="{FF2B5EF4-FFF2-40B4-BE49-F238E27FC236}">
                    <a16:creationId xmlns:a16="http://schemas.microsoft.com/office/drawing/2014/main" id="{BA6B9695-0930-4567-A1E5-C9E32EA9A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917"/>
                <a:ext cx="38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3" name="Freeform 574">
                <a:extLst>
                  <a:ext uri="{FF2B5EF4-FFF2-40B4-BE49-F238E27FC236}">
                    <a16:creationId xmlns:a16="http://schemas.microsoft.com/office/drawing/2014/main" id="{5E6A031D-F8B6-4AE9-A2E9-8ABDCED4A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5" y="1979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4" name="Freeform 575">
                <a:extLst>
                  <a:ext uri="{FF2B5EF4-FFF2-40B4-BE49-F238E27FC236}">
                    <a16:creationId xmlns:a16="http://schemas.microsoft.com/office/drawing/2014/main" id="{D8E4F08F-8DF4-441B-8F93-C7A36F76D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7" y="2043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5" name="Freeform 576">
                <a:extLst>
                  <a:ext uri="{FF2B5EF4-FFF2-40B4-BE49-F238E27FC236}">
                    <a16:creationId xmlns:a16="http://schemas.microsoft.com/office/drawing/2014/main" id="{325E36BA-23EF-417D-9083-E43CFD421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2108"/>
                <a:ext cx="38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6" name="Freeform 577">
                <a:extLst>
                  <a:ext uri="{FF2B5EF4-FFF2-40B4-BE49-F238E27FC236}">
                    <a16:creationId xmlns:a16="http://schemas.microsoft.com/office/drawing/2014/main" id="{2A1432D2-1E1B-40D5-AA6D-C0FD79335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9" y="2172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7" name="Freeform 578">
                <a:extLst>
                  <a:ext uri="{FF2B5EF4-FFF2-40B4-BE49-F238E27FC236}">
                    <a16:creationId xmlns:a16="http://schemas.microsoft.com/office/drawing/2014/main" id="{90D984A2-62EB-44F3-9E1C-B10088F48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9" y="2236"/>
                <a:ext cx="33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8" name="Freeform 579">
                <a:extLst>
                  <a:ext uri="{FF2B5EF4-FFF2-40B4-BE49-F238E27FC236}">
                    <a16:creationId xmlns:a16="http://schemas.microsoft.com/office/drawing/2014/main" id="{683A865B-4B24-4EBC-9766-ABB805FDA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2303"/>
                <a:ext cx="34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49" name="Freeform 580">
                <a:extLst>
                  <a:ext uri="{FF2B5EF4-FFF2-40B4-BE49-F238E27FC236}">
                    <a16:creationId xmlns:a16="http://schemas.microsoft.com/office/drawing/2014/main" id="{CF7031AD-E834-41F1-8E8A-773FA7375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2367"/>
                <a:ext cx="31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0" name="Freeform 581">
                <a:extLst>
                  <a:ext uri="{FF2B5EF4-FFF2-40B4-BE49-F238E27FC236}">
                    <a16:creationId xmlns:a16="http://schemas.microsoft.com/office/drawing/2014/main" id="{814A4C36-AC32-4CC7-BEB6-B5C4F9E17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" y="2431"/>
                <a:ext cx="28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1" name="Freeform 582">
                <a:extLst>
                  <a:ext uri="{FF2B5EF4-FFF2-40B4-BE49-F238E27FC236}">
                    <a16:creationId xmlns:a16="http://schemas.microsoft.com/office/drawing/2014/main" id="{3F0F603D-6868-4484-AD24-75D063D82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2493"/>
                <a:ext cx="28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2" name="Freeform 583">
                <a:extLst>
                  <a:ext uri="{FF2B5EF4-FFF2-40B4-BE49-F238E27FC236}">
                    <a16:creationId xmlns:a16="http://schemas.microsoft.com/office/drawing/2014/main" id="{16EA7107-CAE4-4F6D-BA32-B3EA22754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2555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3" name="Freeform 584">
                <a:extLst>
                  <a:ext uri="{FF2B5EF4-FFF2-40B4-BE49-F238E27FC236}">
                    <a16:creationId xmlns:a16="http://schemas.microsoft.com/office/drawing/2014/main" id="{025FD317-2C8E-4F4D-927E-8D3AE6A13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9" y="2617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4" name="Freeform 585">
                <a:extLst>
                  <a:ext uri="{FF2B5EF4-FFF2-40B4-BE49-F238E27FC236}">
                    <a16:creationId xmlns:a16="http://schemas.microsoft.com/office/drawing/2014/main" id="{BBFEB4CF-E7B5-432C-98BC-925DAE83C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" y="2674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5" name="Freeform 586">
                <a:extLst>
                  <a:ext uri="{FF2B5EF4-FFF2-40B4-BE49-F238E27FC236}">
                    <a16:creationId xmlns:a16="http://schemas.microsoft.com/office/drawing/2014/main" id="{AA9F094B-6C88-43F5-829E-A823D52E3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2731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6" name="Freeform 587">
                <a:extLst>
                  <a:ext uri="{FF2B5EF4-FFF2-40B4-BE49-F238E27FC236}">
                    <a16:creationId xmlns:a16="http://schemas.microsoft.com/office/drawing/2014/main" id="{7176BC03-834D-4653-AFF0-D73EB7D30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2781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7" name="Freeform 588">
                <a:extLst>
                  <a:ext uri="{FF2B5EF4-FFF2-40B4-BE49-F238E27FC236}">
                    <a16:creationId xmlns:a16="http://schemas.microsoft.com/office/drawing/2014/main" id="{537FDF9B-9AA8-4E76-ADDE-E0ECBE458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4" y="2831"/>
                <a:ext cx="19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8" name="Freeform 589">
                <a:extLst>
                  <a:ext uri="{FF2B5EF4-FFF2-40B4-BE49-F238E27FC236}">
                    <a16:creationId xmlns:a16="http://schemas.microsoft.com/office/drawing/2014/main" id="{4A2BD922-FDBC-410F-9E31-5FFE202DF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878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59" name="Freeform 590">
                <a:extLst>
                  <a:ext uri="{FF2B5EF4-FFF2-40B4-BE49-F238E27FC236}">
                    <a16:creationId xmlns:a16="http://schemas.microsoft.com/office/drawing/2014/main" id="{B920BA83-3826-411F-841A-E0B75CD43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2919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0" name="Freeform 591">
                <a:extLst>
                  <a:ext uri="{FF2B5EF4-FFF2-40B4-BE49-F238E27FC236}">
                    <a16:creationId xmlns:a16="http://schemas.microsoft.com/office/drawing/2014/main" id="{CE5132D4-A9BD-42E0-BFCF-E042923F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2959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1" name="Freeform 592">
                <a:extLst>
                  <a:ext uri="{FF2B5EF4-FFF2-40B4-BE49-F238E27FC236}">
                    <a16:creationId xmlns:a16="http://schemas.microsoft.com/office/drawing/2014/main" id="{4CE5B77E-F809-48A8-8371-725FC05C0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2997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2" name="Freeform 593">
                <a:extLst>
                  <a:ext uri="{FF2B5EF4-FFF2-40B4-BE49-F238E27FC236}">
                    <a16:creationId xmlns:a16="http://schemas.microsoft.com/office/drawing/2014/main" id="{1D2E572A-C0B0-416B-A214-2B43ECF4F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3030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3" name="Freeform 594">
                <a:extLst>
                  <a:ext uri="{FF2B5EF4-FFF2-40B4-BE49-F238E27FC236}">
                    <a16:creationId xmlns:a16="http://schemas.microsoft.com/office/drawing/2014/main" id="{567C9F63-6C25-4515-852D-CDAAE769E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3057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4" name="Freeform 595">
                <a:extLst>
                  <a:ext uri="{FF2B5EF4-FFF2-40B4-BE49-F238E27FC236}">
                    <a16:creationId xmlns:a16="http://schemas.microsoft.com/office/drawing/2014/main" id="{EBB2B874-5C07-46D9-8B05-1B8953864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3" y="3080"/>
                <a:ext cx="16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5" name="Freeform 596">
                <a:extLst>
                  <a:ext uri="{FF2B5EF4-FFF2-40B4-BE49-F238E27FC236}">
                    <a16:creationId xmlns:a16="http://schemas.microsoft.com/office/drawing/2014/main" id="{6981CC59-1AC9-46F3-9524-4873D236B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3" y="3102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6" name="Freeform 597">
                <a:extLst>
                  <a:ext uri="{FF2B5EF4-FFF2-40B4-BE49-F238E27FC236}">
                    <a16:creationId xmlns:a16="http://schemas.microsoft.com/office/drawing/2014/main" id="{BE3EA95C-7FCA-46B0-B0A6-CB6A09DEC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118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7" name="Freeform 598">
                <a:extLst>
                  <a:ext uri="{FF2B5EF4-FFF2-40B4-BE49-F238E27FC236}">
                    <a16:creationId xmlns:a16="http://schemas.microsoft.com/office/drawing/2014/main" id="{F8353DFC-EBFB-447C-8239-D1469E1BD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3130"/>
                <a:ext cx="12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8" name="Freeform 599">
                <a:extLst>
                  <a:ext uri="{FF2B5EF4-FFF2-40B4-BE49-F238E27FC236}">
                    <a16:creationId xmlns:a16="http://schemas.microsoft.com/office/drawing/2014/main" id="{A9FD9523-E9DC-4464-8F66-50B4614CF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3135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69" name="Oval 600">
                <a:extLst>
                  <a:ext uri="{FF2B5EF4-FFF2-40B4-BE49-F238E27FC236}">
                    <a16:creationId xmlns:a16="http://schemas.microsoft.com/office/drawing/2014/main" id="{2ED735F0-5F12-4642-B7AB-D3F25AAD1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1" y="3211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0" name="Freeform 601">
                <a:extLst>
                  <a:ext uri="{FF2B5EF4-FFF2-40B4-BE49-F238E27FC236}">
                    <a16:creationId xmlns:a16="http://schemas.microsoft.com/office/drawing/2014/main" id="{D1A82B67-3BC1-4868-BBCC-3DEDA773C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3209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1" name="Oval 602">
                <a:extLst>
                  <a:ext uri="{FF2B5EF4-FFF2-40B4-BE49-F238E27FC236}">
                    <a16:creationId xmlns:a16="http://schemas.microsoft.com/office/drawing/2014/main" id="{E32E7DE7-4B2F-4412-B7B6-4105AFCB6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0" y="3204"/>
                <a:ext cx="12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2" name="Freeform 603">
                <a:extLst>
                  <a:ext uri="{FF2B5EF4-FFF2-40B4-BE49-F238E27FC236}">
                    <a16:creationId xmlns:a16="http://schemas.microsoft.com/office/drawing/2014/main" id="{3E0B5E4B-CAD2-43E8-8A10-6A661A165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3192"/>
                <a:ext cx="9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3" name="Freeform 604">
                <a:extLst>
                  <a:ext uri="{FF2B5EF4-FFF2-40B4-BE49-F238E27FC236}">
                    <a16:creationId xmlns:a16="http://schemas.microsoft.com/office/drawing/2014/main" id="{EFA64C40-F674-48D4-AB24-40D3D1F63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3180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4" name="Freeform 605">
                <a:extLst>
                  <a:ext uri="{FF2B5EF4-FFF2-40B4-BE49-F238E27FC236}">
                    <a16:creationId xmlns:a16="http://schemas.microsoft.com/office/drawing/2014/main" id="{9F7C51F0-2EEB-40B9-A9A0-32847388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3" y="3161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575" name="Freeform 606">
                <a:extLst>
                  <a:ext uri="{FF2B5EF4-FFF2-40B4-BE49-F238E27FC236}">
                    <a16:creationId xmlns:a16="http://schemas.microsoft.com/office/drawing/2014/main" id="{566B5AC6-67B2-4319-8ABB-D935CA145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3138"/>
                <a:ext cx="12" cy="1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8" name="Group 808">
              <a:extLst>
                <a:ext uri="{FF2B5EF4-FFF2-40B4-BE49-F238E27FC236}">
                  <a16:creationId xmlns:a16="http://schemas.microsoft.com/office/drawing/2014/main" id="{01251E17-FE18-49B8-95CE-95A0A2A1BB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9913" y="1782763"/>
              <a:ext cx="3438525" cy="3440113"/>
              <a:chOff x="2759" y="1123"/>
              <a:chExt cx="2166" cy="2167"/>
            </a:xfrm>
            <a:grpFill/>
          </p:grpSpPr>
          <p:sp>
            <p:nvSpPr>
              <p:cNvPr id="176" name="Freeform 608">
                <a:extLst>
                  <a:ext uri="{FF2B5EF4-FFF2-40B4-BE49-F238E27FC236}">
                    <a16:creationId xmlns:a16="http://schemas.microsoft.com/office/drawing/2014/main" id="{AC31CC3E-E9A3-4355-8BAC-CBB61B2A6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3114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77" name="Freeform 609">
                <a:extLst>
                  <a:ext uri="{FF2B5EF4-FFF2-40B4-BE49-F238E27FC236}">
                    <a16:creationId xmlns:a16="http://schemas.microsoft.com/office/drawing/2014/main" id="{B2BA9AA4-4409-4AD8-9605-25E5396E4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3085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78" name="Oval 610">
                <a:extLst>
                  <a:ext uri="{FF2B5EF4-FFF2-40B4-BE49-F238E27FC236}">
                    <a16:creationId xmlns:a16="http://schemas.microsoft.com/office/drawing/2014/main" id="{BD8B73FC-91D1-4F86-AFF6-C797F40E5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2" y="3052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79" name="Freeform 611">
                <a:extLst>
                  <a:ext uri="{FF2B5EF4-FFF2-40B4-BE49-F238E27FC236}">
                    <a16:creationId xmlns:a16="http://schemas.microsoft.com/office/drawing/2014/main" id="{CA122B4F-43A3-4F4B-9297-D2D3515FB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0" y="3016"/>
                <a:ext cx="7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0" name="Oval 612">
                <a:extLst>
                  <a:ext uri="{FF2B5EF4-FFF2-40B4-BE49-F238E27FC236}">
                    <a16:creationId xmlns:a16="http://schemas.microsoft.com/office/drawing/2014/main" id="{E4722972-AD71-48A0-842E-471854378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0" y="2976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1" name="Oval 613">
                <a:extLst>
                  <a:ext uri="{FF2B5EF4-FFF2-40B4-BE49-F238E27FC236}">
                    <a16:creationId xmlns:a16="http://schemas.microsoft.com/office/drawing/2014/main" id="{8C2C17D3-0163-4467-BEDB-026CACC7F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0" y="2933"/>
                <a:ext cx="7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2" name="Freeform 614">
                <a:extLst>
                  <a:ext uri="{FF2B5EF4-FFF2-40B4-BE49-F238E27FC236}">
                    <a16:creationId xmlns:a16="http://schemas.microsoft.com/office/drawing/2014/main" id="{09CFC908-05EC-4DEE-B6E6-41C52F91A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2885"/>
                <a:ext cx="7" cy="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3" name="Oval 615">
                <a:extLst>
                  <a:ext uri="{FF2B5EF4-FFF2-40B4-BE49-F238E27FC236}">
                    <a16:creationId xmlns:a16="http://schemas.microsoft.com/office/drawing/2014/main" id="{F0839878-F140-4337-B3EF-8A0AA7E4E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4" y="2838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4" name="Freeform 616">
                <a:extLst>
                  <a:ext uri="{FF2B5EF4-FFF2-40B4-BE49-F238E27FC236}">
                    <a16:creationId xmlns:a16="http://schemas.microsoft.com/office/drawing/2014/main" id="{BD7D085C-76B9-4EA1-83AB-09D5FA8D1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783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5" name="Freeform 617">
                <a:extLst>
                  <a:ext uri="{FF2B5EF4-FFF2-40B4-BE49-F238E27FC236}">
                    <a16:creationId xmlns:a16="http://schemas.microsoft.com/office/drawing/2014/main" id="{F9068439-2DA0-40A6-91F9-2242914CA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28"/>
                <a:ext cx="10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6" name="Oval 618">
                <a:extLst>
                  <a:ext uri="{FF2B5EF4-FFF2-40B4-BE49-F238E27FC236}">
                    <a16:creationId xmlns:a16="http://schemas.microsoft.com/office/drawing/2014/main" id="{088AD2EF-8762-4DB7-9ED8-BA5634D46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7" y="2674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7" name="Freeform 619">
                <a:extLst>
                  <a:ext uri="{FF2B5EF4-FFF2-40B4-BE49-F238E27FC236}">
                    <a16:creationId xmlns:a16="http://schemas.microsoft.com/office/drawing/2014/main" id="{16EB82D3-67B5-48C3-84EC-2E5E73BE2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2617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8" name="Oval 620">
                <a:extLst>
                  <a:ext uri="{FF2B5EF4-FFF2-40B4-BE49-F238E27FC236}">
                    <a16:creationId xmlns:a16="http://schemas.microsoft.com/office/drawing/2014/main" id="{EFD8376E-34CA-474D-A73A-FAA5A04BD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2557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89" name="Freeform 621">
                <a:extLst>
                  <a:ext uri="{FF2B5EF4-FFF2-40B4-BE49-F238E27FC236}">
                    <a16:creationId xmlns:a16="http://schemas.microsoft.com/office/drawing/2014/main" id="{6A6C13C3-5E37-411E-8CF9-B04DABE50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2498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0" name="Freeform 622">
                <a:extLst>
                  <a:ext uri="{FF2B5EF4-FFF2-40B4-BE49-F238E27FC236}">
                    <a16:creationId xmlns:a16="http://schemas.microsoft.com/office/drawing/2014/main" id="{F992FA66-B27B-40B2-A67F-8338BC086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2498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1" name="Freeform 623">
                <a:extLst>
                  <a:ext uri="{FF2B5EF4-FFF2-40B4-BE49-F238E27FC236}">
                    <a16:creationId xmlns:a16="http://schemas.microsoft.com/office/drawing/2014/main" id="{C37C482A-AA0E-4383-AC02-69D9AADE9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2433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2" name="Oval 624">
                <a:extLst>
                  <a:ext uri="{FF2B5EF4-FFF2-40B4-BE49-F238E27FC236}">
                    <a16:creationId xmlns:a16="http://schemas.microsoft.com/office/drawing/2014/main" id="{2FA30680-6614-4825-8762-94B5F12BA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5" y="2369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3" name="Freeform 625">
                <a:extLst>
                  <a:ext uri="{FF2B5EF4-FFF2-40B4-BE49-F238E27FC236}">
                    <a16:creationId xmlns:a16="http://schemas.microsoft.com/office/drawing/2014/main" id="{17034517-CB0E-4422-8561-252CF5A0E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2305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4" name="Freeform 626">
                <a:extLst>
                  <a:ext uri="{FF2B5EF4-FFF2-40B4-BE49-F238E27FC236}">
                    <a16:creationId xmlns:a16="http://schemas.microsoft.com/office/drawing/2014/main" id="{B5C6AC58-1728-44B6-A00E-B64AF8198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1" y="2238"/>
                <a:ext cx="9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5" name="Freeform 627">
                <a:extLst>
                  <a:ext uri="{FF2B5EF4-FFF2-40B4-BE49-F238E27FC236}">
                    <a16:creationId xmlns:a16="http://schemas.microsoft.com/office/drawing/2014/main" id="{EC5AF86B-CCD1-4C2F-B454-18C7B528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2174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6" name="Freeform 628">
                <a:extLst>
                  <a:ext uri="{FF2B5EF4-FFF2-40B4-BE49-F238E27FC236}">
                    <a16:creationId xmlns:a16="http://schemas.microsoft.com/office/drawing/2014/main" id="{2CE74A04-69DC-4D31-979E-85CC5321C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110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7" name="Freeform 629">
                <a:extLst>
                  <a:ext uri="{FF2B5EF4-FFF2-40B4-BE49-F238E27FC236}">
                    <a16:creationId xmlns:a16="http://schemas.microsoft.com/office/drawing/2014/main" id="{CBF5C754-E63D-4E7E-9428-410B975C7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046"/>
                <a:ext cx="15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8" name="Freeform 630">
                <a:extLst>
                  <a:ext uri="{FF2B5EF4-FFF2-40B4-BE49-F238E27FC236}">
                    <a16:creationId xmlns:a16="http://schemas.microsoft.com/office/drawing/2014/main" id="{B4A79DE0-CEF2-4128-AC43-C95E795FB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982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199" name="Oval 631">
                <a:extLst>
                  <a:ext uri="{FF2B5EF4-FFF2-40B4-BE49-F238E27FC236}">
                    <a16:creationId xmlns:a16="http://schemas.microsoft.com/office/drawing/2014/main" id="{20D2B254-2E70-4386-A76C-DD015D5C5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" y="1920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0" name="Freeform 632">
                <a:extLst>
                  <a:ext uri="{FF2B5EF4-FFF2-40B4-BE49-F238E27FC236}">
                    <a16:creationId xmlns:a16="http://schemas.microsoft.com/office/drawing/2014/main" id="{B9A851BD-2F1A-476D-B144-E4553FAC5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855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1" name="Freeform 633">
                <a:extLst>
                  <a:ext uri="{FF2B5EF4-FFF2-40B4-BE49-F238E27FC236}">
                    <a16:creationId xmlns:a16="http://schemas.microsoft.com/office/drawing/2014/main" id="{25ACB1AD-B982-4A47-B08F-ED6EAB219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2" y="1796"/>
                <a:ext cx="16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2" name="Freeform 634">
                <a:extLst>
                  <a:ext uri="{FF2B5EF4-FFF2-40B4-BE49-F238E27FC236}">
                    <a16:creationId xmlns:a16="http://schemas.microsoft.com/office/drawing/2014/main" id="{EE4E8DF9-DBDB-438E-9077-39395DB24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0" y="1739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3" name="Freeform 635">
                <a:extLst>
                  <a:ext uri="{FF2B5EF4-FFF2-40B4-BE49-F238E27FC236}">
                    <a16:creationId xmlns:a16="http://schemas.microsoft.com/office/drawing/2014/main" id="{6EB044B6-81A4-4963-BFB1-7ECBC594C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1679"/>
                <a:ext cx="19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4" name="Freeform 636">
                <a:extLst>
                  <a:ext uri="{FF2B5EF4-FFF2-40B4-BE49-F238E27FC236}">
                    <a16:creationId xmlns:a16="http://schemas.microsoft.com/office/drawing/2014/main" id="{CB7FB4CE-A50B-4E66-81BB-3439A8FB9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1625"/>
                <a:ext cx="19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5" name="Freeform 637">
                <a:extLst>
                  <a:ext uri="{FF2B5EF4-FFF2-40B4-BE49-F238E27FC236}">
                    <a16:creationId xmlns:a16="http://schemas.microsoft.com/office/drawing/2014/main" id="{37CACEEC-963C-4DCC-B277-8011F926B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570"/>
                <a:ext cx="24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6" name="Freeform 638">
                <a:extLst>
                  <a:ext uri="{FF2B5EF4-FFF2-40B4-BE49-F238E27FC236}">
                    <a16:creationId xmlns:a16="http://schemas.microsoft.com/office/drawing/2014/main" id="{E9DC37AE-5D70-4DFD-BA2D-7A4D7CA72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520"/>
                <a:ext cx="31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7" name="Freeform 639">
                <a:extLst>
                  <a:ext uri="{FF2B5EF4-FFF2-40B4-BE49-F238E27FC236}">
                    <a16:creationId xmlns:a16="http://schemas.microsoft.com/office/drawing/2014/main" id="{96C0733A-DB63-4748-AFCA-23B2A5284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1475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8" name="Freeform 640">
                <a:extLst>
                  <a:ext uri="{FF2B5EF4-FFF2-40B4-BE49-F238E27FC236}">
                    <a16:creationId xmlns:a16="http://schemas.microsoft.com/office/drawing/2014/main" id="{695B0AA4-72AB-4466-BFE4-A72E8145A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430"/>
                <a:ext cx="31" cy="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09" name="Freeform 641">
                <a:extLst>
                  <a:ext uri="{FF2B5EF4-FFF2-40B4-BE49-F238E27FC236}">
                    <a16:creationId xmlns:a16="http://schemas.microsoft.com/office/drawing/2014/main" id="{5893BB79-4B29-4CA6-861C-EEC0A0824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392"/>
                <a:ext cx="26" cy="2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0" name="Freeform 642">
                <a:extLst>
                  <a:ext uri="{FF2B5EF4-FFF2-40B4-BE49-F238E27FC236}">
                    <a16:creationId xmlns:a16="http://schemas.microsoft.com/office/drawing/2014/main" id="{54629401-90F2-4145-ACCE-17F96434B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3" y="1358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1" name="Freeform 643">
                <a:extLst>
                  <a:ext uri="{FF2B5EF4-FFF2-40B4-BE49-F238E27FC236}">
                    <a16:creationId xmlns:a16="http://schemas.microsoft.com/office/drawing/2014/main" id="{A8618A61-E30B-4578-99F3-06EBC6AD0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325"/>
                <a:ext cx="14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2" name="Freeform 644">
                <a:extLst>
                  <a:ext uri="{FF2B5EF4-FFF2-40B4-BE49-F238E27FC236}">
                    <a16:creationId xmlns:a16="http://schemas.microsoft.com/office/drawing/2014/main" id="{4BC0CA71-8BA9-4E6B-8E0D-6962A5981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1294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3" name="Freeform 645">
                <a:extLst>
                  <a:ext uri="{FF2B5EF4-FFF2-40B4-BE49-F238E27FC236}">
                    <a16:creationId xmlns:a16="http://schemas.microsoft.com/office/drawing/2014/main" id="{8959A7C8-FCAD-432E-BC96-44D7F2CDB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" y="1268"/>
                <a:ext cx="17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4" name="Freeform 646">
                <a:extLst>
                  <a:ext uri="{FF2B5EF4-FFF2-40B4-BE49-F238E27FC236}">
                    <a16:creationId xmlns:a16="http://schemas.microsoft.com/office/drawing/2014/main" id="{39EA4BA1-095B-4D05-8732-8BD653F3B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3" y="1247"/>
                <a:ext cx="17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5" name="Freeform 647">
                <a:extLst>
                  <a:ext uri="{FF2B5EF4-FFF2-40B4-BE49-F238E27FC236}">
                    <a16:creationId xmlns:a16="http://schemas.microsoft.com/office/drawing/2014/main" id="{4DB81075-873E-4FC7-AC17-1A90F76F0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225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6" name="Freeform 648">
                <a:extLst>
                  <a:ext uri="{FF2B5EF4-FFF2-40B4-BE49-F238E27FC236}">
                    <a16:creationId xmlns:a16="http://schemas.microsoft.com/office/drawing/2014/main" id="{6282B8A0-9261-4B24-AA55-D6AF149CD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1211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7" name="Freeform 649">
                <a:extLst>
                  <a:ext uri="{FF2B5EF4-FFF2-40B4-BE49-F238E27FC236}">
                    <a16:creationId xmlns:a16="http://schemas.microsoft.com/office/drawing/2014/main" id="{D3497F8B-C273-47E6-9770-57DFD6488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201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8" name="Freeform 650">
                <a:extLst>
                  <a:ext uri="{FF2B5EF4-FFF2-40B4-BE49-F238E27FC236}">
                    <a16:creationId xmlns:a16="http://schemas.microsoft.com/office/drawing/2014/main" id="{DC7DA974-C038-4D11-8A34-7EEF8456A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1197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19" name="Freeform 651">
                <a:extLst>
                  <a:ext uri="{FF2B5EF4-FFF2-40B4-BE49-F238E27FC236}">
                    <a16:creationId xmlns:a16="http://schemas.microsoft.com/office/drawing/2014/main" id="{E67117E5-5DB6-4C9E-B6DA-F1359DC54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" y="1197"/>
                <a:ext cx="10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0" name="Freeform 652">
                <a:extLst>
                  <a:ext uri="{FF2B5EF4-FFF2-40B4-BE49-F238E27FC236}">
                    <a16:creationId xmlns:a16="http://schemas.microsoft.com/office/drawing/2014/main" id="{C8A86531-17B1-414D-99C9-2BF13E927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1201"/>
                <a:ext cx="4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1" name="Freeform 653">
                <a:extLst>
                  <a:ext uri="{FF2B5EF4-FFF2-40B4-BE49-F238E27FC236}">
                    <a16:creationId xmlns:a16="http://schemas.microsoft.com/office/drawing/2014/main" id="{CA8C440E-3604-450A-87A4-8A03667EB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5" y="1208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2" name="Freeform 654">
                <a:extLst>
                  <a:ext uri="{FF2B5EF4-FFF2-40B4-BE49-F238E27FC236}">
                    <a16:creationId xmlns:a16="http://schemas.microsoft.com/office/drawing/2014/main" id="{817818BF-31E3-41AD-982A-BADF883F6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218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3" name="Freeform 655">
                <a:extLst>
                  <a:ext uri="{FF2B5EF4-FFF2-40B4-BE49-F238E27FC236}">
                    <a16:creationId xmlns:a16="http://schemas.microsoft.com/office/drawing/2014/main" id="{DA56D0C7-A462-4F61-8DA3-5A1E215AC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218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4" name="Freeform 656">
                <a:extLst>
                  <a:ext uri="{FF2B5EF4-FFF2-40B4-BE49-F238E27FC236}">
                    <a16:creationId xmlns:a16="http://schemas.microsoft.com/office/drawing/2014/main" id="{C1C91587-0FBB-4F2C-BFEB-71C541619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" y="1230"/>
                <a:ext cx="9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5" name="Freeform 657">
                <a:extLst>
                  <a:ext uri="{FF2B5EF4-FFF2-40B4-BE49-F238E27FC236}">
                    <a16:creationId xmlns:a16="http://schemas.microsoft.com/office/drawing/2014/main" id="{E9DBB8A8-46F2-40E5-BBA3-A162B56B2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3" y="1249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6" name="Freeform 658">
                <a:extLst>
                  <a:ext uri="{FF2B5EF4-FFF2-40B4-BE49-F238E27FC236}">
                    <a16:creationId xmlns:a16="http://schemas.microsoft.com/office/drawing/2014/main" id="{46525D6F-B4AB-4202-A771-784A4224F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270"/>
                <a:ext cx="4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7" name="Freeform 659">
                <a:extLst>
                  <a:ext uri="{FF2B5EF4-FFF2-40B4-BE49-F238E27FC236}">
                    <a16:creationId xmlns:a16="http://schemas.microsoft.com/office/drawing/2014/main" id="{D470E39C-C3B0-4FFE-B629-E3286D659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" y="1292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8" name="Freeform 660">
                <a:extLst>
                  <a:ext uri="{FF2B5EF4-FFF2-40B4-BE49-F238E27FC236}">
                    <a16:creationId xmlns:a16="http://schemas.microsoft.com/office/drawing/2014/main" id="{E16D170B-992D-426E-BE73-F4B616AFE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1323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29" name="Freeform 661">
                <a:extLst>
                  <a:ext uri="{FF2B5EF4-FFF2-40B4-BE49-F238E27FC236}">
                    <a16:creationId xmlns:a16="http://schemas.microsoft.com/office/drawing/2014/main" id="{D4AAAB17-215A-4E21-8BB3-0FF715F60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1358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0" name="Freeform 662">
                <a:extLst>
                  <a:ext uri="{FF2B5EF4-FFF2-40B4-BE49-F238E27FC236}">
                    <a16:creationId xmlns:a16="http://schemas.microsoft.com/office/drawing/2014/main" id="{0CB1A80F-D622-4AE8-9217-903F6F703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389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1" name="Freeform 663">
                <a:extLst>
                  <a:ext uri="{FF2B5EF4-FFF2-40B4-BE49-F238E27FC236}">
                    <a16:creationId xmlns:a16="http://schemas.microsoft.com/office/drawing/2014/main" id="{C1A27C8E-7DA9-4D76-ACE3-65F32D819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1427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2" name="Freeform 664">
                <a:extLst>
                  <a:ext uri="{FF2B5EF4-FFF2-40B4-BE49-F238E27FC236}">
                    <a16:creationId xmlns:a16="http://schemas.microsoft.com/office/drawing/2014/main" id="{3DAE1869-1799-4186-ADE2-14D1EAC23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1472"/>
                <a:ext cx="19" cy="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3" name="Freeform 665">
                <a:extLst>
                  <a:ext uri="{FF2B5EF4-FFF2-40B4-BE49-F238E27FC236}">
                    <a16:creationId xmlns:a16="http://schemas.microsoft.com/office/drawing/2014/main" id="{EA8A008F-D63F-4512-9E79-F68733346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518"/>
                <a:ext cx="23" cy="2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4" name="Oval 666">
                <a:extLst>
                  <a:ext uri="{FF2B5EF4-FFF2-40B4-BE49-F238E27FC236}">
                    <a16:creationId xmlns:a16="http://schemas.microsoft.com/office/drawing/2014/main" id="{96BAB75E-F09A-4B6A-9E7F-71B502F41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1" y="1572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5" name="Freeform 667">
                <a:extLst>
                  <a:ext uri="{FF2B5EF4-FFF2-40B4-BE49-F238E27FC236}">
                    <a16:creationId xmlns:a16="http://schemas.microsoft.com/office/drawing/2014/main" id="{966180B6-AC9E-4F57-B1A9-0F0145412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" y="1620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6" name="Freeform 668">
                <a:extLst>
                  <a:ext uri="{FF2B5EF4-FFF2-40B4-BE49-F238E27FC236}">
                    <a16:creationId xmlns:a16="http://schemas.microsoft.com/office/drawing/2014/main" id="{14F17FFC-254A-449E-9330-8F2E2CAF3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1675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7" name="Freeform 669">
                <a:extLst>
                  <a:ext uri="{FF2B5EF4-FFF2-40B4-BE49-F238E27FC236}">
                    <a16:creationId xmlns:a16="http://schemas.microsoft.com/office/drawing/2014/main" id="{B0C7BEB8-3F60-4887-B5FA-4DD36BA99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" y="1727"/>
                <a:ext cx="24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8" name="Freeform 670">
                <a:extLst>
                  <a:ext uri="{FF2B5EF4-FFF2-40B4-BE49-F238E27FC236}">
                    <a16:creationId xmlns:a16="http://schemas.microsoft.com/office/drawing/2014/main" id="{210D5922-9C01-4242-9FF7-D3B2F83F9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1789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39" name="Freeform 671">
                <a:extLst>
                  <a:ext uri="{FF2B5EF4-FFF2-40B4-BE49-F238E27FC236}">
                    <a16:creationId xmlns:a16="http://schemas.microsoft.com/office/drawing/2014/main" id="{49435B01-A967-4ABB-BEEF-752F3C00D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6" y="1848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0" name="Freeform 672">
                <a:extLst>
                  <a:ext uri="{FF2B5EF4-FFF2-40B4-BE49-F238E27FC236}">
                    <a16:creationId xmlns:a16="http://schemas.microsoft.com/office/drawing/2014/main" id="{7C2FE5C2-50E6-4E01-B5A1-42D254F95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2" y="1903"/>
                <a:ext cx="29" cy="3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1" name="Freeform 673">
                <a:extLst>
                  <a:ext uri="{FF2B5EF4-FFF2-40B4-BE49-F238E27FC236}">
                    <a16:creationId xmlns:a16="http://schemas.microsoft.com/office/drawing/2014/main" id="{998C4B57-8515-48E0-9849-A4C9F3055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9" y="1967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2" name="Freeform 674">
                <a:extLst>
                  <a:ext uri="{FF2B5EF4-FFF2-40B4-BE49-F238E27FC236}">
                    <a16:creationId xmlns:a16="http://schemas.microsoft.com/office/drawing/2014/main" id="{B09D6BCA-8783-42A2-8A03-921DCA9D5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1" y="2031"/>
                <a:ext cx="28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3" name="Freeform 675">
                <a:extLst>
                  <a:ext uri="{FF2B5EF4-FFF2-40B4-BE49-F238E27FC236}">
                    <a16:creationId xmlns:a16="http://schemas.microsoft.com/office/drawing/2014/main" id="{1F3BEBCF-83A2-41A4-A180-59EBC7A3D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096"/>
                <a:ext cx="27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4" name="Freeform 676">
                <a:extLst>
                  <a:ext uri="{FF2B5EF4-FFF2-40B4-BE49-F238E27FC236}">
                    <a16:creationId xmlns:a16="http://schemas.microsoft.com/office/drawing/2014/main" id="{6E468A89-6962-4E01-AC00-745F7D40D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5" y="2160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5" name="Freeform 677">
                <a:extLst>
                  <a:ext uri="{FF2B5EF4-FFF2-40B4-BE49-F238E27FC236}">
                    <a16:creationId xmlns:a16="http://schemas.microsoft.com/office/drawing/2014/main" id="{CAF506D6-0918-4395-9ED3-2F0D63257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5" y="2224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6" name="Freeform 678">
                <a:extLst>
                  <a:ext uri="{FF2B5EF4-FFF2-40B4-BE49-F238E27FC236}">
                    <a16:creationId xmlns:a16="http://schemas.microsoft.com/office/drawing/2014/main" id="{60D6DA3B-3743-4A5A-AD2F-96102631D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3" y="2288"/>
                <a:ext cx="24" cy="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7" name="Freeform 679">
                <a:extLst>
                  <a:ext uri="{FF2B5EF4-FFF2-40B4-BE49-F238E27FC236}">
                    <a16:creationId xmlns:a16="http://schemas.microsoft.com/office/drawing/2014/main" id="{9E1EA315-AAB8-4110-9EA5-9E760017A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3" y="2353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8" name="Freeform 680">
                <a:extLst>
                  <a:ext uri="{FF2B5EF4-FFF2-40B4-BE49-F238E27FC236}">
                    <a16:creationId xmlns:a16="http://schemas.microsoft.com/office/drawing/2014/main" id="{CC5201CF-6C1F-4339-96F8-55A04B48C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4" y="2419"/>
                <a:ext cx="21" cy="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49" name="Freeform 681">
                <a:extLst>
                  <a:ext uri="{FF2B5EF4-FFF2-40B4-BE49-F238E27FC236}">
                    <a16:creationId xmlns:a16="http://schemas.microsoft.com/office/drawing/2014/main" id="{F994E4D4-EF7C-4E9A-A6C0-7B33A9CB3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5" y="2479"/>
                <a:ext cx="26" cy="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0" name="Freeform 682">
                <a:extLst>
                  <a:ext uri="{FF2B5EF4-FFF2-40B4-BE49-F238E27FC236}">
                    <a16:creationId xmlns:a16="http://schemas.microsoft.com/office/drawing/2014/main" id="{E0A8739B-FEA6-40AB-86B8-6AD9D6141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" y="2543"/>
                <a:ext cx="19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1" name="Freeform 683">
                <a:extLst>
                  <a:ext uri="{FF2B5EF4-FFF2-40B4-BE49-F238E27FC236}">
                    <a16:creationId xmlns:a16="http://schemas.microsoft.com/office/drawing/2014/main" id="{196E62BE-88D6-4383-BA02-379599DB2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7" y="2607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2" name="Freeform 684">
                <a:extLst>
                  <a:ext uri="{FF2B5EF4-FFF2-40B4-BE49-F238E27FC236}">
                    <a16:creationId xmlns:a16="http://schemas.microsoft.com/office/drawing/2014/main" id="{4C4CDF93-A243-4D9D-BF75-27FAAFFDF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2664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3" name="Freeform 685">
                <a:extLst>
                  <a:ext uri="{FF2B5EF4-FFF2-40B4-BE49-F238E27FC236}">
                    <a16:creationId xmlns:a16="http://schemas.microsoft.com/office/drawing/2014/main" id="{6867E8AC-398F-409F-BF4F-898BFD6F1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" y="2721"/>
                <a:ext cx="14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4" name="Freeform 686">
                <a:extLst>
                  <a:ext uri="{FF2B5EF4-FFF2-40B4-BE49-F238E27FC236}">
                    <a16:creationId xmlns:a16="http://schemas.microsoft.com/office/drawing/2014/main" id="{82A0A5E1-91C8-4657-A730-32283F73B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" y="2776"/>
                <a:ext cx="12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5" name="Freeform 687">
                <a:extLst>
                  <a:ext uri="{FF2B5EF4-FFF2-40B4-BE49-F238E27FC236}">
                    <a16:creationId xmlns:a16="http://schemas.microsoft.com/office/drawing/2014/main" id="{63F317DA-F1E8-4E53-BF36-73D43233C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8" y="2831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6" name="Freeform 688">
                <a:extLst>
                  <a:ext uri="{FF2B5EF4-FFF2-40B4-BE49-F238E27FC236}">
                    <a16:creationId xmlns:a16="http://schemas.microsoft.com/office/drawing/2014/main" id="{6228074C-F657-4B4D-9C96-C529FDDE8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5" y="2881"/>
                <a:ext cx="8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7" name="Freeform 689">
                <a:extLst>
                  <a:ext uri="{FF2B5EF4-FFF2-40B4-BE49-F238E27FC236}">
                    <a16:creationId xmlns:a16="http://schemas.microsoft.com/office/drawing/2014/main" id="{2D6E60DD-72CC-4EAF-A2ED-D1E10164E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" y="2926"/>
                <a:ext cx="10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8" name="Oval 690">
                <a:extLst>
                  <a:ext uri="{FF2B5EF4-FFF2-40B4-BE49-F238E27FC236}">
                    <a16:creationId xmlns:a16="http://schemas.microsoft.com/office/drawing/2014/main" id="{56214624-48B5-4C26-AEE6-B51C14035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" y="2971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59" name="Freeform 691">
                <a:extLst>
                  <a:ext uri="{FF2B5EF4-FFF2-40B4-BE49-F238E27FC236}">
                    <a16:creationId xmlns:a16="http://schemas.microsoft.com/office/drawing/2014/main" id="{8FDA42EE-B2E2-4BB8-91E0-E2127E999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3009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0" name="Freeform 692">
                <a:extLst>
                  <a:ext uri="{FF2B5EF4-FFF2-40B4-BE49-F238E27FC236}">
                    <a16:creationId xmlns:a16="http://schemas.microsoft.com/office/drawing/2014/main" id="{F68EA94A-21BA-42B6-8C52-796738EB4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0" y="3050"/>
                <a:ext cx="8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1" name="Freeform 693">
                <a:extLst>
                  <a:ext uri="{FF2B5EF4-FFF2-40B4-BE49-F238E27FC236}">
                    <a16:creationId xmlns:a16="http://schemas.microsoft.com/office/drawing/2014/main" id="{B4DD1CD9-E304-40AE-8C46-5F6F06276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3080"/>
                <a:ext cx="7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2" name="Freeform 694">
                <a:extLst>
                  <a:ext uri="{FF2B5EF4-FFF2-40B4-BE49-F238E27FC236}">
                    <a16:creationId xmlns:a16="http://schemas.microsoft.com/office/drawing/2014/main" id="{ED2D4A65-CAAC-4F80-9733-3CE8F40D8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3111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3" name="Oval 695">
                <a:extLst>
                  <a:ext uri="{FF2B5EF4-FFF2-40B4-BE49-F238E27FC236}">
                    <a16:creationId xmlns:a16="http://schemas.microsoft.com/office/drawing/2014/main" id="{C6A773CA-B17D-4065-947A-A65B76DA6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3138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4" name="Freeform 696">
                <a:extLst>
                  <a:ext uri="{FF2B5EF4-FFF2-40B4-BE49-F238E27FC236}">
                    <a16:creationId xmlns:a16="http://schemas.microsoft.com/office/drawing/2014/main" id="{570464BA-830C-4A5B-BFAA-B5A1AD54E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3159"/>
                <a:ext cx="10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5" name="Freeform 697">
                <a:extLst>
                  <a:ext uri="{FF2B5EF4-FFF2-40B4-BE49-F238E27FC236}">
                    <a16:creationId xmlns:a16="http://schemas.microsoft.com/office/drawing/2014/main" id="{13E97740-E01C-4219-B178-4FEABBB89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3180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6" name="Freeform 698">
                <a:extLst>
                  <a:ext uri="{FF2B5EF4-FFF2-40B4-BE49-F238E27FC236}">
                    <a16:creationId xmlns:a16="http://schemas.microsoft.com/office/drawing/2014/main" id="{04B18B7D-D140-437D-B76F-BBF1BA871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3195"/>
                <a:ext cx="5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7" name="Freeform 699">
                <a:extLst>
                  <a:ext uri="{FF2B5EF4-FFF2-40B4-BE49-F238E27FC236}">
                    <a16:creationId xmlns:a16="http://schemas.microsoft.com/office/drawing/2014/main" id="{2BBD07D8-20AD-4D35-B30D-491277D0C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2" y="3204"/>
                <a:ext cx="5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8" name="Freeform 700">
                <a:extLst>
                  <a:ext uri="{FF2B5EF4-FFF2-40B4-BE49-F238E27FC236}">
                    <a16:creationId xmlns:a16="http://schemas.microsoft.com/office/drawing/2014/main" id="{39FE39A9-40E7-4B40-B005-474B0693E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3211"/>
                <a:ext cx="10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69" name="Freeform 701">
                <a:extLst>
                  <a:ext uri="{FF2B5EF4-FFF2-40B4-BE49-F238E27FC236}">
                    <a16:creationId xmlns:a16="http://schemas.microsoft.com/office/drawing/2014/main" id="{5EEFDEEE-CCC3-4827-A285-81FBDE671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287"/>
                <a:ext cx="4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0" name="Freeform 702">
                <a:extLst>
                  <a:ext uri="{FF2B5EF4-FFF2-40B4-BE49-F238E27FC236}">
                    <a16:creationId xmlns:a16="http://schemas.microsoft.com/office/drawing/2014/main" id="{F51920B4-595E-4D0C-B668-19C420663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3285"/>
                <a:ext cx="5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1" name="Freeform 703">
                <a:extLst>
                  <a:ext uri="{FF2B5EF4-FFF2-40B4-BE49-F238E27FC236}">
                    <a16:creationId xmlns:a16="http://schemas.microsoft.com/office/drawing/2014/main" id="{3D35EB1F-0510-4D2A-8F79-D73A55C96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" y="3023"/>
                <a:ext cx="4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2" name="Freeform 704">
                <a:extLst>
                  <a:ext uri="{FF2B5EF4-FFF2-40B4-BE49-F238E27FC236}">
                    <a16:creationId xmlns:a16="http://schemas.microsoft.com/office/drawing/2014/main" id="{EDF24A30-86AC-4A4D-95DF-85958D60F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2981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3" name="Freeform 705">
                <a:extLst>
                  <a:ext uri="{FF2B5EF4-FFF2-40B4-BE49-F238E27FC236}">
                    <a16:creationId xmlns:a16="http://schemas.microsoft.com/office/drawing/2014/main" id="{6E82B04F-C576-4F3F-8E05-562F7BE12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2981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4" name="Freeform 706">
                <a:extLst>
                  <a:ext uri="{FF2B5EF4-FFF2-40B4-BE49-F238E27FC236}">
                    <a16:creationId xmlns:a16="http://schemas.microsoft.com/office/drawing/2014/main" id="{F0330228-3306-4AA1-BA7B-05675D904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2933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5" name="Oval 707">
                <a:extLst>
                  <a:ext uri="{FF2B5EF4-FFF2-40B4-BE49-F238E27FC236}">
                    <a16:creationId xmlns:a16="http://schemas.microsoft.com/office/drawing/2014/main" id="{B5E5355F-A853-4C31-80C6-8E57236E1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883"/>
                <a:ext cx="2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6" name="Freeform 708">
                <a:extLst>
                  <a:ext uri="{FF2B5EF4-FFF2-40B4-BE49-F238E27FC236}">
                    <a16:creationId xmlns:a16="http://schemas.microsoft.com/office/drawing/2014/main" id="{CCCDAC5D-894A-4A03-9CA6-57610DB25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2831"/>
                <a:ext cx="5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7" name="Freeform 709">
                <a:extLst>
                  <a:ext uri="{FF2B5EF4-FFF2-40B4-BE49-F238E27FC236}">
                    <a16:creationId xmlns:a16="http://schemas.microsoft.com/office/drawing/2014/main" id="{DB56D3E7-7D7F-42D2-995A-F9491D530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2776"/>
                <a:ext cx="5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8" name="Oval 710">
                <a:extLst>
                  <a:ext uri="{FF2B5EF4-FFF2-40B4-BE49-F238E27FC236}">
                    <a16:creationId xmlns:a16="http://schemas.microsoft.com/office/drawing/2014/main" id="{1FB51FC3-6F7E-48ED-A990-3AEE0AFEC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2721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79" name="Freeform 711">
                <a:extLst>
                  <a:ext uri="{FF2B5EF4-FFF2-40B4-BE49-F238E27FC236}">
                    <a16:creationId xmlns:a16="http://schemas.microsoft.com/office/drawing/2014/main" id="{7C55AEF5-E1BE-4AF8-A9EA-9B7B9CC5C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2664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0" name="Freeform 712">
                <a:extLst>
                  <a:ext uri="{FF2B5EF4-FFF2-40B4-BE49-F238E27FC236}">
                    <a16:creationId xmlns:a16="http://schemas.microsoft.com/office/drawing/2014/main" id="{441AE66E-0069-4089-8529-213245563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2664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1" name="Freeform 713">
                <a:extLst>
                  <a:ext uri="{FF2B5EF4-FFF2-40B4-BE49-F238E27FC236}">
                    <a16:creationId xmlns:a16="http://schemas.microsoft.com/office/drawing/2014/main" id="{7A944F95-F18F-4E34-A188-8A0839764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60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2" name="Freeform 714">
                <a:extLst>
                  <a:ext uri="{FF2B5EF4-FFF2-40B4-BE49-F238E27FC236}">
                    <a16:creationId xmlns:a16="http://schemas.microsoft.com/office/drawing/2014/main" id="{B3C957B6-A4CA-4161-8E16-16CFA06D3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607"/>
                <a:ext cx="2" cy="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3" name="Freeform 715">
                <a:extLst>
                  <a:ext uri="{FF2B5EF4-FFF2-40B4-BE49-F238E27FC236}">
                    <a16:creationId xmlns:a16="http://schemas.microsoft.com/office/drawing/2014/main" id="{2A382B3A-D783-4577-9BED-2F1E066A9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545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4" name="Freeform 716">
                <a:extLst>
                  <a:ext uri="{FF2B5EF4-FFF2-40B4-BE49-F238E27FC236}">
                    <a16:creationId xmlns:a16="http://schemas.microsoft.com/office/drawing/2014/main" id="{242E4256-38B2-40B1-BEFF-5BEA4367C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545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5" name="Freeform 717">
                <a:extLst>
                  <a:ext uri="{FF2B5EF4-FFF2-40B4-BE49-F238E27FC236}">
                    <a16:creationId xmlns:a16="http://schemas.microsoft.com/office/drawing/2014/main" id="{2945F96E-8CB9-4500-99D4-FDB683664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2483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6" name="Freeform 718">
                <a:extLst>
                  <a:ext uri="{FF2B5EF4-FFF2-40B4-BE49-F238E27FC236}">
                    <a16:creationId xmlns:a16="http://schemas.microsoft.com/office/drawing/2014/main" id="{B48BAFEF-CF9E-44AF-B48A-67AABC3B8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2483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7" name="Freeform 719">
                <a:extLst>
                  <a:ext uri="{FF2B5EF4-FFF2-40B4-BE49-F238E27FC236}">
                    <a16:creationId xmlns:a16="http://schemas.microsoft.com/office/drawing/2014/main" id="{D7698343-90C9-4368-95F7-B7488CB26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3" y="2419"/>
                <a:ext cx="3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8" name="Freeform 720">
                <a:extLst>
                  <a:ext uri="{FF2B5EF4-FFF2-40B4-BE49-F238E27FC236}">
                    <a16:creationId xmlns:a16="http://schemas.microsoft.com/office/drawing/2014/main" id="{B484DAC0-1EAB-4831-A655-15753A3EE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3" y="2419"/>
                <a:ext cx="3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89" name="Freeform 721">
                <a:extLst>
                  <a:ext uri="{FF2B5EF4-FFF2-40B4-BE49-F238E27FC236}">
                    <a16:creationId xmlns:a16="http://schemas.microsoft.com/office/drawing/2014/main" id="{E0B02B49-8D8E-4D9B-8E0B-EF0EFB282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1" y="2355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0" name="Freeform 722">
                <a:extLst>
                  <a:ext uri="{FF2B5EF4-FFF2-40B4-BE49-F238E27FC236}">
                    <a16:creationId xmlns:a16="http://schemas.microsoft.com/office/drawing/2014/main" id="{D98A9203-691C-4AA9-9865-386528C38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2291"/>
                <a:ext cx="5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1" name="Freeform 723">
                <a:extLst>
                  <a:ext uri="{FF2B5EF4-FFF2-40B4-BE49-F238E27FC236}">
                    <a16:creationId xmlns:a16="http://schemas.microsoft.com/office/drawing/2014/main" id="{C4A04F30-47D9-4190-96C3-3BFAD6742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2227"/>
                <a:ext cx="8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2" name="Freeform 724">
                <a:extLst>
                  <a:ext uri="{FF2B5EF4-FFF2-40B4-BE49-F238E27FC236}">
                    <a16:creationId xmlns:a16="http://schemas.microsoft.com/office/drawing/2014/main" id="{657A1FB1-1E7D-4F6C-A6D1-2A27BFE28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2160"/>
                <a:ext cx="8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3" name="Freeform 725">
                <a:extLst>
                  <a:ext uri="{FF2B5EF4-FFF2-40B4-BE49-F238E27FC236}">
                    <a16:creationId xmlns:a16="http://schemas.microsoft.com/office/drawing/2014/main" id="{B45F7650-9B1D-49D7-8032-C86CBF425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2096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4" name="Oval 726">
                <a:extLst>
                  <a:ext uri="{FF2B5EF4-FFF2-40B4-BE49-F238E27FC236}">
                    <a16:creationId xmlns:a16="http://schemas.microsoft.com/office/drawing/2014/main" id="{8A8B659F-B82F-4AB7-9A25-A853BABED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4" y="2031"/>
                <a:ext cx="7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5" name="Oval 727">
                <a:extLst>
                  <a:ext uri="{FF2B5EF4-FFF2-40B4-BE49-F238E27FC236}">
                    <a16:creationId xmlns:a16="http://schemas.microsoft.com/office/drawing/2014/main" id="{FA352D0B-B439-4DAF-87EA-36F5089EC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1970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6" name="Freeform 728">
                <a:extLst>
                  <a:ext uri="{FF2B5EF4-FFF2-40B4-BE49-F238E27FC236}">
                    <a16:creationId xmlns:a16="http://schemas.microsoft.com/office/drawing/2014/main" id="{C6310012-A609-4EE0-AAD4-AF246EC22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2" y="1908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7" name="Freeform 729">
                <a:extLst>
                  <a:ext uri="{FF2B5EF4-FFF2-40B4-BE49-F238E27FC236}">
                    <a16:creationId xmlns:a16="http://schemas.microsoft.com/office/drawing/2014/main" id="{B1C8DC92-BA7F-4186-9E95-CD43F0DBD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1844"/>
                <a:ext cx="12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8" name="Freeform 730">
                <a:extLst>
                  <a:ext uri="{FF2B5EF4-FFF2-40B4-BE49-F238E27FC236}">
                    <a16:creationId xmlns:a16="http://schemas.microsoft.com/office/drawing/2014/main" id="{B573B73C-D378-4511-BB5C-869D257F1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1784"/>
                <a:ext cx="7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299" name="Oval 731">
                <a:extLst>
                  <a:ext uri="{FF2B5EF4-FFF2-40B4-BE49-F238E27FC236}">
                    <a16:creationId xmlns:a16="http://schemas.microsoft.com/office/drawing/2014/main" id="{E9131148-1A48-4969-8A7D-E3E3E9A25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1" y="1727"/>
                <a:ext cx="7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0" name="Freeform 732">
                <a:extLst>
                  <a:ext uri="{FF2B5EF4-FFF2-40B4-BE49-F238E27FC236}">
                    <a16:creationId xmlns:a16="http://schemas.microsoft.com/office/drawing/2014/main" id="{A2A51C05-2263-46A9-B872-E4B359513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1665"/>
                <a:ext cx="15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1" name="Freeform 733">
                <a:extLst>
                  <a:ext uri="{FF2B5EF4-FFF2-40B4-BE49-F238E27FC236}">
                    <a16:creationId xmlns:a16="http://schemas.microsoft.com/office/drawing/2014/main" id="{D8F0B778-8BFA-40A6-98C7-B90CA7AB0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610"/>
                <a:ext cx="12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2" name="Freeform 734">
                <a:extLst>
                  <a:ext uri="{FF2B5EF4-FFF2-40B4-BE49-F238E27FC236}">
                    <a16:creationId xmlns:a16="http://schemas.microsoft.com/office/drawing/2014/main" id="{533D4892-93DF-46F7-89CC-F097D0C13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556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3" name="Freeform 735">
                <a:extLst>
                  <a:ext uri="{FF2B5EF4-FFF2-40B4-BE49-F238E27FC236}">
                    <a16:creationId xmlns:a16="http://schemas.microsoft.com/office/drawing/2014/main" id="{FAF5898E-0F83-4151-8FDC-E59350608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506"/>
                <a:ext cx="19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4" name="Freeform 736">
                <a:extLst>
                  <a:ext uri="{FF2B5EF4-FFF2-40B4-BE49-F238E27FC236}">
                    <a16:creationId xmlns:a16="http://schemas.microsoft.com/office/drawing/2014/main" id="{5C4DEAB2-6851-4076-89A4-751FB8224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" y="1453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5" name="Freeform 737">
                <a:extLst>
                  <a:ext uri="{FF2B5EF4-FFF2-40B4-BE49-F238E27FC236}">
                    <a16:creationId xmlns:a16="http://schemas.microsoft.com/office/drawing/2014/main" id="{34ED9356-51AF-488F-B781-CD50530F0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1408"/>
                <a:ext cx="21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6" name="Freeform 738">
                <a:extLst>
                  <a:ext uri="{FF2B5EF4-FFF2-40B4-BE49-F238E27FC236}">
                    <a16:creationId xmlns:a16="http://schemas.microsoft.com/office/drawing/2014/main" id="{44C5ADA3-7715-4B05-8695-B33E2E2AE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365"/>
                <a:ext cx="24" cy="2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7" name="Freeform 739">
                <a:extLst>
                  <a:ext uri="{FF2B5EF4-FFF2-40B4-BE49-F238E27FC236}">
                    <a16:creationId xmlns:a16="http://schemas.microsoft.com/office/drawing/2014/main" id="{05A2B032-A9FB-4035-B8F7-E0A7636AC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1330"/>
                <a:ext cx="14" cy="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8" name="Freeform 740">
                <a:extLst>
                  <a:ext uri="{FF2B5EF4-FFF2-40B4-BE49-F238E27FC236}">
                    <a16:creationId xmlns:a16="http://schemas.microsoft.com/office/drawing/2014/main" id="{A17518C1-57EE-4A95-AD8F-A8D3E6182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1294"/>
                <a:ext cx="17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09" name="Freeform 741">
                <a:extLst>
                  <a:ext uri="{FF2B5EF4-FFF2-40B4-BE49-F238E27FC236}">
                    <a16:creationId xmlns:a16="http://schemas.microsoft.com/office/drawing/2014/main" id="{56B467AF-D121-48E7-9751-3E1426EBD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1266"/>
                <a:ext cx="7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0" name="Freeform 742">
                <a:extLst>
                  <a:ext uri="{FF2B5EF4-FFF2-40B4-BE49-F238E27FC236}">
                    <a16:creationId xmlns:a16="http://schemas.microsoft.com/office/drawing/2014/main" id="{18F7D285-F7E5-4919-A0E0-E685AABEF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1235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1" name="Freeform 743">
                <a:extLst>
                  <a:ext uri="{FF2B5EF4-FFF2-40B4-BE49-F238E27FC236}">
                    <a16:creationId xmlns:a16="http://schemas.microsoft.com/office/drawing/2014/main" id="{62BD24C4-793C-4ED5-89F5-5AC0E081F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1208"/>
                <a:ext cx="4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2" name="Freeform 744">
                <a:extLst>
                  <a:ext uri="{FF2B5EF4-FFF2-40B4-BE49-F238E27FC236}">
                    <a16:creationId xmlns:a16="http://schemas.microsoft.com/office/drawing/2014/main" id="{3D437C3A-8EE4-4B96-8A1D-6894E3F46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1185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3" name="Freeform 745">
                <a:extLst>
                  <a:ext uri="{FF2B5EF4-FFF2-40B4-BE49-F238E27FC236}">
                    <a16:creationId xmlns:a16="http://schemas.microsoft.com/office/drawing/2014/main" id="{4A20A2B1-7B14-47DD-A833-288EB994F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1161"/>
                <a:ext cx="16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4" name="Freeform 746">
                <a:extLst>
                  <a:ext uri="{FF2B5EF4-FFF2-40B4-BE49-F238E27FC236}">
                    <a16:creationId xmlns:a16="http://schemas.microsoft.com/office/drawing/2014/main" id="{E9FDF182-6751-4E24-8F4B-427A7B04E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1144"/>
                <a:ext cx="20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5" name="Freeform 747">
                <a:extLst>
                  <a:ext uri="{FF2B5EF4-FFF2-40B4-BE49-F238E27FC236}">
                    <a16:creationId xmlns:a16="http://schemas.microsoft.com/office/drawing/2014/main" id="{E987DCB8-B1A5-4BF6-837C-2F3311C0B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" y="1135"/>
                <a:ext cx="14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6" name="Freeform 748">
                <a:extLst>
                  <a:ext uri="{FF2B5EF4-FFF2-40B4-BE49-F238E27FC236}">
                    <a16:creationId xmlns:a16="http://schemas.microsoft.com/office/drawing/2014/main" id="{974200AB-5D48-4AC6-B7CA-5DE562B6B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4" y="1128"/>
                <a:ext cx="12" cy="1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7" name="Freeform 749">
                <a:extLst>
                  <a:ext uri="{FF2B5EF4-FFF2-40B4-BE49-F238E27FC236}">
                    <a16:creationId xmlns:a16="http://schemas.microsoft.com/office/drawing/2014/main" id="{C1E7ED65-9124-4ECB-A4B1-608034F68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123"/>
                <a:ext cx="15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8" name="Freeform 750">
                <a:extLst>
                  <a:ext uri="{FF2B5EF4-FFF2-40B4-BE49-F238E27FC236}">
                    <a16:creationId xmlns:a16="http://schemas.microsoft.com/office/drawing/2014/main" id="{354A802A-7398-48E8-B80E-CD042C7E2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1125"/>
                <a:ext cx="8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19" name="Freeform 751">
                <a:extLst>
                  <a:ext uri="{FF2B5EF4-FFF2-40B4-BE49-F238E27FC236}">
                    <a16:creationId xmlns:a16="http://schemas.microsoft.com/office/drawing/2014/main" id="{D2B1BACA-CACA-4DC0-847D-DF05EE9B1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1132"/>
                <a:ext cx="2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0" name="Freeform 752">
                <a:extLst>
                  <a:ext uri="{FF2B5EF4-FFF2-40B4-BE49-F238E27FC236}">
                    <a16:creationId xmlns:a16="http://schemas.microsoft.com/office/drawing/2014/main" id="{BDFFB365-FDBF-4200-B502-01CB5A292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8" y="1139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1" name="Freeform 753">
                <a:extLst>
                  <a:ext uri="{FF2B5EF4-FFF2-40B4-BE49-F238E27FC236}">
                    <a16:creationId xmlns:a16="http://schemas.microsoft.com/office/drawing/2014/main" id="{DB45F076-478E-4EED-BF6B-85F1FE256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8" y="1139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2" name="Freeform 754">
                <a:extLst>
                  <a:ext uri="{FF2B5EF4-FFF2-40B4-BE49-F238E27FC236}">
                    <a16:creationId xmlns:a16="http://schemas.microsoft.com/office/drawing/2014/main" id="{58F99716-4705-41DA-AC59-24040BBC2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1151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3" name="Freeform 755">
                <a:extLst>
                  <a:ext uri="{FF2B5EF4-FFF2-40B4-BE49-F238E27FC236}">
                    <a16:creationId xmlns:a16="http://schemas.microsoft.com/office/drawing/2014/main" id="{633B6D44-1A84-4CCF-93C1-22D18F96C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1151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4" name="Freeform 756">
                <a:extLst>
                  <a:ext uri="{FF2B5EF4-FFF2-40B4-BE49-F238E27FC236}">
                    <a16:creationId xmlns:a16="http://schemas.microsoft.com/office/drawing/2014/main" id="{0DF63471-4288-43BC-8261-641B7DD84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1166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5" name="Freeform 757">
                <a:extLst>
                  <a:ext uri="{FF2B5EF4-FFF2-40B4-BE49-F238E27FC236}">
                    <a16:creationId xmlns:a16="http://schemas.microsoft.com/office/drawing/2014/main" id="{09515118-AD69-4C13-978B-5B7887688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1166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6" name="Freeform 758">
                <a:extLst>
                  <a:ext uri="{FF2B5EF4-FFF2-40B4-BE49-F238E27FC236}">
                    <a16:creationId xmlns:a16="http://schemas.microsoft.com/office/drawing/2014/main" id="{2E5CD277-701C-4A4B-B1F1-69A4429E5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1185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7" name="Freeform 759">
                <a:extLst>
                  <a:ext uri="{FF2B5EF4-FFF2-40B4-BE49-F238E27FC236}">
                    <a16:creationId xmlns:a16="http://schemas.microsoft.com/office/drawing/2014/main" id="{F40075E7-5B90-49B1-A6F0-105268F92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1185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8" name="Rectangle 760">
                <a:extLst>
                  <a:ext uri="{FF2B5EF4-FFF2-40B4-BE49-F238E27FC236}">
                    <a16:creationId xmlns:a16="http://schemas.microsoft.com/office/drawing/2014/main" id="{9C8EB96E-2374-44F5-BF4F-CAADDA96A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8" y="1208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29" name="Rectangle 761">
                <a:extLst>
                  <a:ext uri="{FF2B5EF4-FFF2-40B4-BE49-F238E27FC236}">
                    <a16:creationId xmlns:a16="http://schemas.microsoft.com/office/drawing/2014/main" id="{1448C60D-4F02-40EB-A988-4DE441543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8" y="1208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0" name="Freeform 762">
                <a:extLst>
                  <a:ext uri="{FF2B5EF4-FFF2-40B4-BE49-F238E27FC236}">
                    <a16:creationId xmlns:a16="http://schemas.microsoft.com/office/drawing/2014/main" id="{98788530-7371-4F00-B6C0-20923801F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1232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1" name="Freeform 763">
                <a:extLst>
                  <a:ext uri="{FF2B5EF4-FFF2-40B4-BE49-F238E27FC236}">
                    <a16:creationId xmlns:a16="http://schemas.microsoft.com/office/drawing/2014/main" id="{42592499-6920-4584-967C-8C3F0CB9C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263"/>
                <a:ext cx="5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2" name="Freeform 764">
                <a:extLst>
                  <a:ext uri="{FF2B5EF4-FFF2-40B4-BE49-F238E27FC236}">
                    <a16:creationId xmlns:a16="http://schemas.microsoft.com/office/drawing/2014/main" id="{8D3B8A5F-ED9E-4BF9-86AC-32D785E6E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4" y="1292"/>
                <a:ext cx="10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3" name="Freeform 765">
                <a:extLst>
                  <a:ext uri="{FF2B5EF4-FFF2-40B4-BE49-F238E27FC236}">
                    <a16:creationId xmlns:a16="http://schemas.microsoft.com/office/drawing/2014/main" id="{06B8A7BA-792F-457D-84A7-4D0BAF939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" y="1330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4" name="Freeform 766">
                <a:extLst>
                  <a:ext uri="{FF2B5EF4-FFF2-40B4-BE49-F238E27FC236}">
                    <a16:creationId xmlns:a16="http://schemas.microsoft.com/office/drawing/2014/main" id="{69141472-F5F5-44D0-A5F2-C61A82B29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1363"/>
                <a:ext cx="19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5" name="Freeform 767">
                <a:extLst>
                  <a:ext uri="{FF2B5EF4-FFF2-40B4-BE49-F238E27FC236}">
                    <a16:creationId xmlns:a16="http://schemas.microsoft.com/office/drawing/2014/main" id="{D680CA82-AFFB-4616-99BD-2CBA30271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1408"/>
                <a:ext cx="15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6" name="Freeform 768">
                <a:extLst>
                  <a:ext uri="{FF2B5EF4-FFF2-40B4-BE49-F238E27FC236}">
                    <a16:creationId xmlns:a16="http://schemas.microsoft.com/office/drawing/2014/main" id="{7FF2AB3E-0428-49B2-8AD5-C7A8D4C53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1456"/>
                <a:ext cx="10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7" name="Oval 769">
                <a:extLst>
                  <a:ext uri="{FF2B5EF4-FFF2-40B4-BE49-F238E27FC236}">
                    <a16:creationId xmlns:a16="http://schemas.microsoft.com/office/drawing/2014/main" id="{1BCF8DDB-DC39-41BA-BE87-D4FF8AEBA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1503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8" name="Oval 770">
                <a:extLst>
                  <a:ext uri="{FF2B5EF4-FFF2-40B4-BE49-F238E27FC236}">
                    <a16:creationId xmlns:a16="http://schemas.microsoft.com/office/drawing/2014/main" id="{5A9DECFA-4430-41DE-8E6F-56C86F72F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0" y="1556"/>
                <a:ext cx="7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39" name="Freeform 771">
                <a:extLst>
                  <a:ext uri="{FF2B5EF4-FFF2-40B4-BE49-F238E27FC236}">
                    <a16:creationId xmlns:a16="http://schemas.microsoft.com/office/drawing/2014/main" id="{0A1283F8-7645-460E-B781-E8B0E4552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" y="1606"/>
                <a:ext cx="14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0" name="Freeform 772">
                <a:extLst>
                  <a:ext uri="{FF2B5EF4-FFF2-40B4-BE49-F238E27FC236}">
                    <a16:creationId xmlns:a16="http://schemas.microsoft.com/office/drawing/2014/main" id="{C6F73FE9-A41E-44C4-8DDD-9DD7A6404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" y="1660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1" name="Freeform 773">
                <a:extLst>
                  <a:ext uri="{FF2B5EF4-FFF2-40B4-BE49-F238E27FC236}">
                    <a16:creationId xmlns:a16="http://schemas.microsoft.com/office/drawing/2014/main" id="{207E804A-505C-4758-AA16-8E05DCC0E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" y="1717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2" name="Freeform 774">
                <a:extLst>
                  <a:ext uri="{FF2B5EF4-FFF2-40B4-BE49-F238E27FC236}">
                    <a16:creationId xmlns:a16="http://schemas.microsoft.com/office/drawing/2014/main" id="{A62012D2-8DCB-4532-8AB2-703106B47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1779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3" name="Freeform 775">
                <a:extLst>
                  <a:ext uri="{FF2B5EF4-FFF2-40B4-BE49-F238E27FC236}">
                    <a16:creationId xmlns:a16="http://schemas.microsoft.com/office/drawing/2014/main" id="{E92D2EE8-E1B2-4556-B6CA-D6F6AE4AB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2" y="1836"/>
                <a:ext cx="9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4" name="Freeform 776">
                <a:extLst>
                  <a:ext uri="{FF2B5EF4-FFF2-40B4-BE49-F238E27FC236}">
                    <a16:creationId xmlns:a16="http://schemas.microsoft.com/office/drawing/2014/main" id="{DCBB5670-71A3-4A10-9776-794EBF263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1894"/>
                <a:ext cx="21" cy="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5" name="Freeform 777">
                <a:extLst>
                  <a:ext uri="{FF2B5EF4-FFF2-40B4-BE49-F238E27FC236}">
                    <a16:creationId xmlns:a16="http://schemas.microsoft.com/office/drawing/2014/main" id="{F46C8730-7ADF-46CC-B012-80D19A0A5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7" y="1960"/>
                <a:ext cx="12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6" name="Freeform 778">
                <a:extLst>
                  <a:ext uri="{FF2B5EF4-FFF2-40B4-BE49-F238E27FC236}">
                    <a16:creationId xmlns:a16="http://schemas.microsoft.com/office/drawing/2014/main" id="{390926B6-619F-4296-8216-10AA501EF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" y="2022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7" name="Freeform 779">
                <a:extLst>
                  <a:ext uri="{FF2B5EF4-FFF2-40B4-BE49-F238E27FC236}">
                    <a16:creationId xmlns:a16="http://schemas.microsoft.com/office/drawing/2014/main" id="{94233F37-A05F-487B-9796-A11E1A4AD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2086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8" name="Oval 780">
                <a:extLst>
                  <a:ext uri="{FF2B5EF4-FFF2-40B4-BE49-F238E27FC236}">
                    <a16:creationId xmlns:a16="http://schemas.microsoft.com/office/drawing/2014/main" id="{6BBEE284-184F-48A1-9218-911CA49F1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" y="2150"/>
                <a:ext cx="11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49" name="Freeform 781">
                <a:extLst>
                  <a:ext uri="{FF2B5EF4-FFF2-40B4-BE49-F238E27FC236}">
                    <a16:creationId xmlns:a16="http://schemas.microsoft.com/office/drawing/2014/main" id="{402F6CEE-08EA-4EF0-A401-731C8C1A7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" y="2215"/>
                <a:ext cx="9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0" name="Freeform 782">
                <a:extLst>
                  <a:ext uri="{FF2B5EF4-FFF2-40B4-BE49-F238E27FC236}">
                    <a16:creationId xmlns:a16="http://schemas.microsoft.com/office/drawing/2014/main" id="{EEE6488B-B880-42B0-92C4-6BC7FBE5C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1" y="2279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1" name="Freeform 783">
                <a:extLst>
                  <a:ext uri="{FF2B5EF4-FFF2-40B4-BE49-F238E27FC236}">
                    <a16:creationId xmlns:a16="http://schemas.microsoft.com/office/drawing/2014/main" id="{1D23AB1B-E200-450E-BCAF-FBEFC953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6" y="2345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2" name="Freeform 784">
                <a:extLst>
                  <a:ext uri="{FF2B5EF4-FFF2-40B4-BE49-F238E27FC236}">
                    <a16:creationId xmlns:a16="http://schemas.microsoft.com/office/drawing/2014/main" id="{40860028-B088-4B4A-81B8-0EC48B715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7" y="2410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3" name="Freeform 785">
                <a:extLst>
                  <a:ext uri="{FF2B5EF4-FFF2-40B4-BE49-F238E27FC236}">
                    <a16:creationId xmlns:a16="http://schemas.microsoft.com/office/drawing/2014/main" id="{27EBC697-2BBD-4C97-8771-923D91B60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0" y="2469"/>
                <a:ext cx="15" cy="1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4" name="Freeform 786">
                <a:extLst>
                  <a:ext uri="{FF2B5EF4-FFF2-40B4-BE49-F238E27FC236}">
                    <a16:creationId xmlns:a16="http://schemas.microsoft.com/office/drawing/2014/main" id="{FDF60113-DD6C-4A59-BC11-640A18533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4" y="2533"/>
                <a:ext cx="12" cy="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5" name="Freeform 787">
                <a:extLst>
                  <a:ext uri="{FF2B5EF4-FFF2-40B4-BE49-F238E27FC236}">
                    <a16:creationId xmlns:a16="http://schemas.microsoft.com/office/drawing/2014/main" id="{3BC219D3-7B5F-4440-B7E4-456FEFA93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5" y="2598"/>
                <a:ext cx="7" cy="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6" name="Freeform 788">
                <a:extLst>
                  <a:ext uri="{FF2B5EF4-FFF2-40B4-BE49-F238E27FC236}">
                    <a16:creationId xmlns:a16="http://schemas.microsoft.com/office/drawing/2014/main" id="{DD0AB24F-8984-43B7-A65D-34FA45A7F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1" y="2657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7" name="Oval 789">
                <a:extLst>
                  <a:ext uri="{FF2B5EF4-FFF2-40B4-BE49-F238E27FC236}">
                    <a16:creationId xmlns:a16="http://schemas.microsoft.com/office/drawing/2014/main" id="{347E17F5-7ADF-4D55-8E8F-B263CE208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2714"/>
                <a:ext cx="7" cy="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8" name="Oval 790">
                <a:extLst>
                  <a:ext uri="{FF2B5EF4-FFF2-40B4-BE49-F238E27FC236}">
                    <a16:creationId xmlns:a16="http://schemas.microsoft.com/office/drawing/2014/main" id="{785C0BEB-5F2C-4577-92F5-F007C9076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9" y="2771"/>
                <a:ext cx="5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59" name="Freeform 791">
                <a:extLst>
                  <a:ext uri="{FF2B5EF4-FFF2-40B4-BE49-F238E27FC236}">
                    <a16:creationId xmlns:a16="http://schemas.microsoft.com/office/drawing/2014/main" id="{21596FB8-42AB-44B6-A099-7B8A3E9E3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3" y="2826"/>
                <a:ext cx="5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0" name="Freeform 792">
                <a:extLst>
                  <a:ext uri="{FF2B5EF4-FFF2-40B4-BE49-F238E27FC236}">
                    <a16:creationId xmlns:a16="http://schemas.microsoft.com/office/drawing/2014/main" id="{D558A10D-6847-4812-8F2B-7FB91B63C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8" y="2878"/>
                <a:ext cx="0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1" name="Freeform 793">
                <a:extLst>
                  <a:ext uri="{FF2B5EF4-FFF2-40B4-BE49-F238E27FC236}">
                    <a16:creationId xmlns:a16="http://schemas.microsoft.com/office/drawing/2014/main" id="{EE6897C5-52E5-42D0-BE8E-FE25CA150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8" y="2878"/>
                <a:ext cx="0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2" name="Oval 794">
                <a:extLst>
                  <a:ext uri="{FF2B5EF4-FFF2-40B4-BE49-F238E27FC236}">
                    <a16:creationId xmlns:a16="http://schemas.microsoft.com/office/drawing/2014/main" id="{E639E232-82B0-41AB-BE23-71FED7E1A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5" y="2926"/>
                <a:ext cx="2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3" name="Oval 795">
                <a:extLst>
                  <a:ext uri="{FF2B5EF4-FFF2-40B4-BE49-F238E27FC236}">
                    <a16:creationId xmlns:a16="http://schemas.microsoft.com/office/drawing/2014/main" id="{A793CCD9-CD56-4776-ADF2-651C0B83E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" y="2973"/>
                <a:ext cx="4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4" name="Freeform 796">
                <a:extLst>
                  <a:ext uri="{FF2B5EF4-FFF2-40B4-BE49-F238E27FC236}">
                    <a16:creationId xmlns:a16="http://schemas.microsoft.com/office/drawing/2014/main" id="{D1437AEF-D89F-4369-B48E-87F18E6A2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2" y="3019"/>
                <a:ext cx="5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5" name="Freeform 797">
                <a:extLst>
                  <a:ext uri="{FF2B5EF4-FFF2-40B4-BE49-F238E27FC236}">
                    <a16:creationId xmlns:a16="http://schemas.microsoft.com/office/drawing/2014/main" id="{9588D18A-67C7-4E81-A314-E15CC861E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3059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6" name="Freeform 798">
                <a:extLst>
                  <a:ext uri="{FF2B5EF4-FFF2-40B4-BE49-F238E27FC236}">
                    <a16:creationId xmlns:a16="http://schemas.microsoft.com/office/drawing/2014/main" id="{E829A8FF-A00B-44DA-B3C9-B4C2AB821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3059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7" name="Freeform 799">
                <a:extLst>
                  <a:ext uri="{FF2B5EF4-FFF2-40B4-BE49-F238E27FC236}">
                    <a16:creationId xmlns:a16="http://schemas.microsoft.com/office/drawing/2014/main" id="{A814D241-F9C5-4762-8134-28E6D6F0E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3097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8" name="Freeform 800">
                <a:extLst>
                  <a:ext uri="{FF2B5EF4-FFF2-40B4-BE49-F238E27FC236}">
                    <a16:creationId xmlns:a16="http://schemas.microsoft.com/office/drawing/2014/main" id="{BA08E9A1-BB69-4501-B44E-689198ADD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3097"/>
                <a:ext cx="3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69" name="Freeform 801">
                <a:extLst>
                  <a:ext uri="{FF2B5EF4-FFF2-40B4-BE49-F238E27FC236}">
                    <a16:creationId xmlns:a16="http://schemas.microsoft.com/office/drawing/2014/main" id="{3471C25E-E9CB-458B-BCFD-B9C81E6CB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3133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0" name="Freeform 802">
                <a:extLst>
                  <a:ext uri="{FF2B5EF4-FFF2-40B4-BE49-F238E27FC236}">
                    <a16:creationId xmlns:a16="http://schemas.microsoft.com/office/drawing/2014/main" id="{C8F35C75-88B5-4262-9A60-9D6F2BBBA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3133"/>
                <a:ext cx="2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1" name="Freeform 803">
                <a:extLst>
                  <a:ext uri="{FF2B5EF4-FFF2-40B4-BE49-F238E27FC236}">
                    <a16:creationId xmlns:a16="http://schemas.microsoft.com/office/drawing/2014/main" id="{D65BCACF-33C0-4A2C-898E-8918D9C52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1" y="3164"/>
                <a:ext cx="4" cy="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2" name="Freeform 804">
                <a:extLst>
                  <a:ext uri="{FF2B5EF4-FFF2-40B4-BE49-F238E27FC236}">
                    <a16:creationId xmlns:a16="http://schemas.microsoft.com/office/drawing/2014/main" id="{5D77852A-BC64-4219-BFDF-8500DFD56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3" y="3192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3" name="Freeform 805">
                <a:extLst>
                  <a:ext uri="{FF2B5EF4-FFF2-40B4-BE49-F238E27FC236}">
                    <a16:creationId xmlns:a16="http://schemas.microsoft.com/office/drawing/2014/main" id="{7EDC334A-8193-4A46-B018-5AF2F08BA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3" y="3192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4" name="Oval 806">
                <a:extLst>
                  <a:ext uri="{FF2B5EF4-FFF2-40B4-BE49-F238E27FC236}">
                    <a16:creationId xmlns:a16="http://schemas.microsoft.com/office/drawing/2014/main" id="{935EA50C-DE32-4307-8823-CDC51E1E0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3216"/>
                <a:ext cx="4" cy="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  <p:sp>
            <p:nvSpPr>
              <p:cNvPr id="375" name="Freeform 807">
                <a:extLst>
                  <a:ext uri="{FF2B5EF4-FFF2-40B4-BE49-F238E27FC236}">
                    <a16:creationId xmlns:a16="http://schemas.microsoft.com/office/drawing/2014/main" id="{15CB334A-D971-4FD5-9AD7-237FFFEFB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3237"/>
                <a:ext cx="3" cy="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思源黑体 CN Regular"/>
                  <a:cs typeface="+mn-cs"/>
                </a:endParaRPr>
              </a:p>
            </p:txBody>
          </p:sp>
        </p:grpSp>
        <p:sp>
          <p:nvSpPr>
            <p:cNvPr id="9" name="Freeform 809">
              <a:extLst>
                <a:ext uri="{FF2B5EF4-FFF2-40B4-BE49-F238E27FC236}">
                  <a16:creationId xmlns:a16="http://schemas.microsoft.com/office/drawing/2014/main" id="{65BF341F-73D8-4C9E-9144-B97553EE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7175" y="5138738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" name="Freeform 810">
              <a:extLst>
                <a:ext uri="{FF2B5EF4-FFF2-40B4-BE49-F238E27FC236}">
                  <a16:creationId xmlns:a16="http://schemas.microsoft.com/office/drawing/2014/main" id="{0E864473-A21F-44BD-AAFD-A82F9EB43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8750" y="516890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" name="Freeform 811">
              <a:extLst>
                <a:ext uri="{FF2B5EF4-FFF2-40B4-BE49-F238E27FC236}">
                  <a16:creationId xmlns:a16="http://schemas.microsoft.com/office/drawing/2014/main" id="{949C1B77-EABA-432D-9909-B06405F67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8750" y="516890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" name="Freeform 812">
              <a:extLst>
                <a:ext uri="{FF2B5EF4-FFF2-40B4-BE49-F238E27FC236}">
                  <a16:creationId xmlns:a16="http://schemas.microsoft.com/office/drawing/2014/main" id="{5D8C6AFE-97F0-441F-B099-084758A26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7150" y="518795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" name="Freeform 813">
              <a:extLst>
                <a:ext uri="{FF2B5EF4-FFF2-40B4-BE49-F238E27FC236}">
                  <a16:creationId xmlns:a16="http://schemas.microsoft.com/office/drawing/2014/main" id="{01708D53-2A53-4521-90DC-6563AA4AE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7150" y="518795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" name="Freeform 814">
              <a:extLst>
                <a:ext uri="{FF2B5EF4-FFF2-40B4-BE49-F238E27FC236}">
                  <a16:creationId xmlns:a16="http://schemas.microsoft.com/office/drawing/2014/main" id="{03FC517C-0344-480A-A0F4-1C66A1217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725" y="520700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" name="Freeform 815">
              <a:extLst>
                <a:ext uri="{FF2B5EF4-FFF2-40B4-BE49-F238E27FC236}">
                  <a16:creationId xmlns:a16="http://schemas.microsoft.com/office/drawing/2014/main" id="{2EA6279B-C3B2-47C1-A88A-FCAC07965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725" y="520700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" name="Freeform 816">
              <a:extLst>
                <a:ext uri="{FF2B5EF4-FFF2-40B4-BE49-F238E27FC236}">
                  <a16:creationId xmlns:a16="http://schemas.microsoft.com/office/drawing/2014/main" id="{88F93663-E72E-472D-8F27-65D2CCA31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0" y="5214938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" name="Freeform 817">
              <a:extLst>
                <a:ext uri="{FF2B5EF4-FFF2-40B4-BE49-F238E27FC236}">
                  <a16:creationId xmlns:a16="http://schemas.microsoft.com/office/drawing/2014/main" id="{ACF7F598-AD6E-4FA9-94CB-5A65A8224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0" y="5214938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8" name="Freeform 818">
              <a:extLst>
                <a:ext uri="{FF2B5EF4-FFF2-40B4-BE49-F238E27FC236}">
                  <a16:creationId xmlns:a16="http://schemas.microsoft.com/office/drawing/2014/main" id="{EB25465A-BCFE-4AC5-BBC6-927580C6D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363" y="3817938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9" name="Freeform 819">
              <a:extLst>
                <a:ext uri="{FF2B5EF4-FFF2-40B4-BE49-F238E27FC236}">
                  <a16:creationId xmlns:a16="http://schemas.microsoft.com/office/drawing/2014/main" id="{158CD04B-D532-40FA-89EC-FBDC824AD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363" y="3817938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0" name="Freeform 820">
              <a:extLst>
                <a:ext uri="{FF2B5EF4-FFF2-40B4-BE49-F238E27FC236}">
                  <a16:creationId xmlns:a16="http://schemas.microsoft.com/office/drawing/2014/main" id="{BB8EA301-196A-44E2-A7A6-0F00158DC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075" y="3716338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Freeform 821">
              <a:extLst>
                <a:ext uri="{FF2B5EF4-FFF2-40B4-BE49-F238E27FC236}">
                  <a16:creationId xmlns:a16="http://schemas.microsoft.com/office/drawing/2014/main" id="{AB038F17-4ACC-4125-B3F0-3318DA78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075" y="3716338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2" name="Freeform 822">
              <a:extLst>
                <a:ext uri="{FF2B5EF4-FFF2-40B4-BE49-F238E27FC236}">
                  <a16:creationId xmlns:a16="http://schemas.microsoft.com/office/drawing/2014/main" id="{4C1AAD13-46A7-493C-8725-815A9BAFC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138" y="361315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3" name="Freeform 823">
              <a:extLst>
                <a:ext uri="{FF2B5EF4-FFF2-40B4-BE49-F238E27FC236}">
                  <a16:creationId xmlns:a16="http://schemas.microsoft.com/office/drawing/2014/main" id="{8E3B3C69-B2F4-488C-B112-8542C2C9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138" y="361315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4" name="Freeform 824">
              <a:extLst>
                <a:ext uri="{FF2B5EF4-FFF2-40B4-BE49-F238E27FC236}">
                  <a16:creationId xmlns:a16="http://schemas.microsoft.com/office/drawing/2014/main" id="{55F25CD6-56BF-4DFF-A499-6613001F4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51155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5" name="Freeform 825">
              <a:extLst>
                <a:ext uri="{FF2B5EF4-FFF2-40B4-BE49-F238E27FC236}">
                  <a16:creationId xmlns:a16="http://schemas.microsoft.com/office/drawing/2014/main" id="{7FB4B6FE-0C70-4330-86A8-7F59682C2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51155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6" name="Freeform 826">
              <a:extLst>
                <a:ext uri="{FF2B5EF4-FFF2-40B4-BE49-F238E27FC236}">
                  <a16:creationId xmlns:a16="http://schemas.microsoft.com/office/drawing/2014/main" id="{CBB89C6B-2943-4256-BE45-C4BD6AFDF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409950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7" name="Freeform 827">
              <a:extLst>
                <a:ext uri="{FF2B5EF4-FFF2-40B4-BE49-F238E27FC236}">
                  <a16:creationId xmlns:a16="http://schemas.microsoft.com/office/drawing/2014/main" id="{B035EF36-DF4E-40B0-9BED-A60FB219D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409950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8" name="Freeform 828">
              <a:extLst>
                <a:ext uri="{FF2B5EF4-FFF2-40B4-BE49-F238E27FC236}">
                  <a16:creationId xmlns:a16="http://schemas.microsoft.com/office/drawing/2014/main" id="{57AF521C-0C5F-4BE8-AC55-3AF63399F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313" y="3308350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9" name="Freeform 829">
              <a:extLst>
                <a:ext uri="{FF2B5EF4-FFF2-40B4-BE49-F238E27FC236}">
                  <a16:creationId xmlns:a16="http://schemas.microsoft.com/office/drawing/2014/main" id="{A5D2906E-7C0E-4F9D-BC9D-24EA30499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313" y="3308350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0" name="Freeform 830">
              <a:extLst>
                <a:ext uri="{FF2B5EF4-FFF2-40B4-BE49-F238E27FC236}">
                  <a16:creationId xmlns:a16="http://schemas.microsoft.com/office/drawing/2014/main" id="{D1E4FFE9-93C6-410D-8605-1AD1F9EAD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188" y="3206750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1" name="Freeform 831">
              <a:extLst>
                <a:ext uri="{FF2B5EF4-FFF2-40B4-BE49-F238E27FC236}">
                  <a16:creationId xmlns:a16="http://schemas.microsoft.com/office/drawing/2014/main" id="{4E9B85EC-F438-4FEA-B459-C0B1BDA8D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188" y="3206750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2" name="Freeform 832">
              <a:extLst>
                <a:ext uri="{FF2B5EF4-FFF2-40B4-BE49-F238E27FC236}">
                  <a16:creationId xmlns:a16="http://schemas.microsoft.com/office/drawing/2014/main" id="{42E2105B-2CD4-483A-98FE-093BF6B4B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238" y="3103563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3" name="Freeform 833">
              <a:extLst>
                <a:ext uri="{FF2B5EF4-FFF2-40B4-BE49-F238E27FC236}">
                  <a16:creationId xmlns:a16="http://schemas.microsoft.com/office/drawing/2014/main" id="{EE86E6D6-885E-471D-8156-48E625EC1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238" y="3103563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4" name="Freeform 834">
              <a:extLst>
                <a:ext uri="{FF2B5EF4-FFF2-40B4-BE49-F238E27FC236}">
                  <a16:creationId xmlns:a16="http://schemas.microsoft.com/office/drawing/2014/main" id="{B73ECB12-0354-4FAA-B886-14028E75C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463" y="3001963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5" name="Freeform 835">
              <a:extLst>
                <a:ext uri="{FF2B5EF4-FFF2-40B4-BE49-F238E27FC236}">
                  <a16:creationId xmlns:a16="http://schemas.microsoft.com/office/drawing/2014/main" id="{81083676-87C1-40DD-A7F8-2BE1F0AD3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800" y="2903538"/>
              <a:ext cx="7938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6" name="Freeform 836">
              <a:extLst>
                <a:ext uri="{FF2B5EF4-FFF2-40B4-BE49-F238E27FC236}">
                  <a16:creationId xmlns:a16="http://schemas.microsoft.com/office/drawing/2014/main" id="{8C037D82-B094-419C-8552-DE3873DF7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900" y="2809875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7" name="Freeform 837">
              <a:extLst>
                <a:ext uri="{FF2B5EF4-FFF2-40B4-BE49-F238E27FC236}">
                  <a16:creationId xmlns:a16="http://schemas.microsoft.com/office/drawing/2014/main" id="{77466F4E-CC09-446C-AA2C-D5AD44868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175" y="271938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8" name="Freeform 838">
              <a:extLst>
                <a:ext uri="{FF2B5EF4-FFF2-40B4-BE49-F238E27FC236}">
                  <a16:creationId xmlns:a16="http://schemas.microsoft.com/office/drawing/2014/main" id="{5041996E-7BCE-4FF4-87C2-4C0CBDFAC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175" y="271938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9" name="Freeform 839">
              <a:extLst>
                <a:ext uri="{FF2B5EF4-FFF2-40B4-BE49-F238E27FC236}">
                  <a16:creationId xmlns:a16="http://schemas.microsoft.com/office/drawing/2014/main" id="{19E61910-A9F9-4102-8287-93ADDF26B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0" y="2624138"/>
              <a:ext cx="12700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0" name="Oval 840">
              <a:extLst>
                <a:ext uri="{FF2B5EF4-FFF2-40B4-BE49-F238E27FC236}">
                  <a16:creationId xmlns:a16="http://schemas.microsoft.com/office/drawing/2014/main" id="{EED33755-AFB8-4F4D-A9F7-C4423977F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425" y="2533650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1" name="Freeform 841">
              <a:extLst>
                <a:ext uri="{FF2B5EF4-FFF2-40B4-BE49-F238E27FC236}">
                  <a16:creationId xmlns:a16="http://schemas.microsoft.com/office/drawing/2014/main" id="{0BBDD0B2-E3FE-4A20-9B6C-172E9710D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244316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2" name="Freeform 842">
              <a:extLst>
                <a:ext uri="{FF2B5EF4-FFF2-40B4-BE49-F238E27FC236}">
                  <a16:creationId xmlns:a16="http://schemas.microsoft.com/office/drawing/2014/main" id="{FBFE274D-0E57-4B24-9DAA-C3CC0D506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313" y="2363788"/>
              <a:ext cx="15875" cy="158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3" name="Freeform 843">
              <a:extLst>
                <a:ext uri="{FF2B5EF4-FFF2-40B4-BE49-F238E27FC236}">
                  <a16:creationId xmlns:a16="http://schemas.microsoft.com/office/drawing/2014/main" id="{FFF3B94D-C06C-4677-B365-9204C62A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638" y="2281238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4" name="Freeform 844">
              <a:extLst>
                <a:ext uri="{FF2B5EF4-FFF2-40B4-BE49-F238E27FC236}">
                  <a16:creationId xmlns:a16="http://schemas.microsoft.com/office/drawing/2014/main" id="{802A95E2-39D2-4F76-A08D-19011A961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900" y="2201863"/>
              <a:ext cx="30163" cy="333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5" name="Freeform 845">
              <a:extLst>
                <a:ext uri="{FF2B5EF4-FFF2-40B4-BE49-F238E27FC236}">
                  <a16:creationId xmlns:a16="http://schemas.microsoft.com/office/drawing/2014/main" id="{18F3EDAA-A2D0-4333-B057-AB1E8D9DC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136775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6" name="Freeform 846">
              <a:extLst>
                <a:ext uri="{FF2B5EF4-FFF2-40B4-BE49-F238E27FC236}">
                  <a16:creationId xmlns:a16="http://schemas.microsoft.com/office/drawing/2014/main" id="{51A9D814-6D97-4583-92A3-C2B934EC0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475" y="2070100"/>
              <a:ext cx="22225" cy="222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7" name="Freeform 847">
              <a:extLst>
                <a:ext uri="{FF2B5EF4-FFF2-40B4-BE49-F238E27FC236}">
                  <a16:creationId xmlns:a16="http://schemas.microsoft.com/office/drawing/2014/main" id="{8C86A5B7-B84E-4B81-824C-4DDF8E048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200" y="2012950"/>
              <a:ext cx="12700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8" name="Freeform 848">
              <a:extLst>
                <a:ext uri="{FF2B5EF4-FFF2-40B4-BE49-F238E27FC236}">
                  <a16:creationId xmlns:a16="http://schemas.microsoft.com/office/drawing/2014/main" id="{05DB2BC0-040C-47C0-96F6-4F386934F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6513" y="1955800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49" name="Freeform 849">
              <a:extLst>
                <a:ext uri="{FF2B5EF4-FFF2-40B4-BE49-F238E27FC236}">
                  <a16:creationId xmlns:a16="http://schemas.microsoft.com/office/drawing/2014/main" id="{367D5A36-AA83-4115-83C2-85C79F0D2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000" y="1906588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0" name="Freeform 850">
              <a:extLst>
                <a:ext uri="{FF2B5EF4-FFF2-40B4-BE49-F238E27FC236}">
                  <a16:creationId xmlns:a16="http://schemas.microsoft.com/office/drawing/2014/main" id="{15372023-1F31-44A1-B727-B0A6BD183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000" y="1906588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1" name="Freeform 851">
              <a:extLst>
                <a:ext uri="{FF2B5EF4-FFF2-40B4-BE49-F238E27FC236}">
                  <a16:creationId xmlns:a16="http://schemas.microsoft.com/office/drawing/2014/main" id="{59BCA843-BB8B-4C02-A053-2DFE38C46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186213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2" name="Freeform 852">
              <a:extLst>
                <a:ext uri="{FF2B5EF4-FFF2-40B4-BE49-F238E27FC236}">
                  <a16:creationId xmlns:a16="http://schemas.microsoft.com/office/drawing/2014/main" id="{438F7976-2BEA-45B2-860E-0A8A6039F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186213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3" name="Freeform 853">
              <a:extLst>
                <a:ext uri="{FF2B5EF4-FFF2-40B4-BE49-F238E27FC236}">
                  <a16:creationId xmlns:a16="http://schemas.microsoft.com/office/drawing/2014/main" id="{5D3B05F2-D2FF-49E3-9292-09156A4BD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2738" y="182086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4" name="Freeform 854">
              <a:extLst>
                <a:ext uri="{FF2B5EF4-FFF2-40B4-BE49-F238E27FC236}">
                  <a16:creationId xmlns:a16="http://schemas.microsoft.com/office/drawing/2014/main" id="{B57BA8B3-7F7B-494E-9CBD-144C4FE8D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2738" y="182086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5" name="Oval 855">
              <a:extLst>
                <a:ext uri="{FF2B5EF4-FFF2-40B4-BE49-F238E27FC236}">
                  <a16:creationId xmlns:a16="http://schemas.microsoft.com/office/drawing/2014/main" id="{1DD0264B-69C1-4F13-A50A-E2EE18E65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1778000"/>
              <a:ext cx="7938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6" name="Freeform 856">
              <a:extLst>
                <a:ext uri="{FF2B5EF4-FFF2-40B4-BE49-F238E27FC236}">
                  <a16:creationId xmlns:a16="http://schemas.microsoft.com/office/drawing/2014/main" id="{EAA66B1F-034B-4334-8D4B-F0FEAA5B4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650" y="1747838"/>
              <a:ext cx="11113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7" name="Freeform 857">
              <a:extLst>
                <a:ext uri="{FF2B5EF4-FFF2-40B4-BE49-F238E27FC236}">
                  <a16:creationId xmlns:a16="http://schemas.microsoft.com/office/drawing/2014/main" id="{F8406FC9-B670-4352-96CC-BF3643F6F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8488" y="1717675"/>
              <a:ext cx="15875" cy="158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8" name="Freeform 858">
              <a:extLst>
                <a:ext uri="{FF2B5EF4-FFF2-40B4-BE49-F238E27FC236}">
                  <a16:creationId xmlns:a16="http://schemas.microsoft.com/office/drawing/2014/main" id="{F069D885-EB00-464E-9C54-13BDFD324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675" y="1703388"/>
              <a:ext cx="6350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9" name="Freeform 859">
              <a:extLst>
                <a:ext uri="{FF2B5EF4-FFF2-40B4-BE49-F238E27FC236}">
                  <a16:creationId xmlns:a16="http://schemas.microsoft.com/office/drawing/2014/main" id="{0EE9B37B-6501-40EE-A07B-08B994D99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3275" y="1687513"/>
              <a:ext cx="6350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0" name="Freeform 860">
              <a:extLst>
                <a:ext uri="{FF2B5EF4-FFF2-40B4-BE49-F238E27FC236}">
                  <a16:creationId xmlns:a16="http://schemas.microsoft.com/office/drawing/2014/main" id="{9AA60E58-2AFE-443E-A16B-19329291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5" y="1676400"/>
              <a:ext cx="7938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1" name="Oval 861">
              <a:extLst>
                <a:ext uri="{FF2B5EF4-FFF2-40B4-BE49-F238E27FC236}">
                  <a16:creationId xmlns:a16="http://schemas.microsoft.com/office/drawing/2014/main" id="{CF058195-AC4D-4891-8863-218AE8E53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9650" y="1676400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2" name="Freeform 862">
              <a:extLst>
                <a:ext uri="{FF2B5EF4-FFF2-40B4-BE49-F238E27FC236}">
                  <a16:creationId xmlns:a16="http://schemas.microsoft.com/office/drawing/2014/main" id="{A9CC5956-F546-4351-9895-49C619434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16811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3" name="Freeform 863">
              <a:extLst>
                <a:ext uri="{FF2B5EF4-FFF2-40B4-BE49-F238E27FC236}">
                  <a16:creationId xmlns:a16="http://schemas.microsoft.com/office/drawing/2014/main" id="{B9C62BB8-1A1D-458B-8850-7753EC8C8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16811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4" name="Freeform 864">
              <a:extLst>
                <a:ext uri="{FF2B5EF4-FFF2-40B4-BE49-F238E27FC236}">
                  <a16:creationId xmlns:a16="http://schemas.microsoft.com/office/drawing/2014/main" id="{56DAB9E4-1D76-46B8-9297-C717DCE0E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438" y="1687513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5" name="Freeform 865">
              <a:extLst>
                <a:ext uri="{FF2B5EF4-FFF2-40B4-BE49-F238E27FC236}">
                  <a16:creationId xmlns:a16="http://schemas.microsoft.com/office/drawing/2014/main" id="{E47DFBD3-B34C-4F52-AEF8-47EA6BB57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438" y="1687513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6" name="Freeform 866">
              <a:extLst>
                <a:ext uri="{FF2B5EF4-FFF2-40B4-BE49-F238E27FC236}">
                  <a16:creationId xmlns:a16="http://schemas.microsoft.com/office/drawing/2014/main" id="{96AAD82C-D257-48F8-9524-87B2C1B20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038" y="1703388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7" name="Freeform 867">
              <a:extLst>
                <a:ext uri="{FF2B5EF4-FFF2-40B4-BE49-F238E27FC236}">
                  <a16:creationId xmlns:a16="http://schemas.microsoft.com/office/drawing/2014/main" id="{53AD8370-D0F0-456B-A306-0CD56B98D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038" y="1703388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8" name="Freeform 868">
              <a:extLst>
                <a:ext uri="{FF2B5EF4-FFF2-40B4-BE49-F238E27FC236}">
                  <a16:creationId xmlns:a16="http://schemas.microsoft.com/office/drawing/2014/main" id="{592440B5-68E9-4D5C-9E60-BDCB41002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7638" y="172243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9" name="Freeform 869">
              <a:extLst>
                <a:ext uri="{FF2B5EF4-FFF2-40B4-BE49-F238E27FC236}">
                  <a16:creationId xmlns:a16="http://schemas.microsoft.com/office/drawing/2014/main" id="{1E817179-1537-406A-870F-01A14D157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7638" y="1722438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0" name="Freeform 870">
              <a:extLst>
                <a:ext uri="{FF2B5EF4-FFF2-40B4-BE49-F238E27FC236}">
                  <a16:creationId xmlns:a16="http://schemas.microsoft.com/office/drawing/2014/main" id="{FEC6079E-05AE-4925-86DE-088A4715E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375" y="1952625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1" name="Freeform 871">
              <a:extLst>
                <a:ext uri="{FF2B5EF4-FFF2-40B4-BE49-F238E27FC236}">
                  <a16:creationId xmlns:a16="http://schemas.microsoft.com/office/drawing/2014/main" id="{C1DBE011-6E0B-49C4-8472-E4A7C3EA4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925" y="2009775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2" name="Freeform 872">
              <a:extLst>
                <a:ext uri="{FF2B5EF4-FFF2-40B4-BE49-F238E27FC236}">
                  <a16:creationId xmlns:a16="http://schemas.microsoft.com/office/drawing/2014/main" id="{24A977B0-8B1D-4C99-87AF-1E697AFE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925" y="2009775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3" name="Freeform 873">
              <a:extLst>
                <a:ext uri="{FF2B5EF4-FFF2-40B4-BE49-F238E27FC236}">
                  <a16:creationId xmlns:a16="http://schemas.microsoft.com/office/drawing/2014/main" id="{7A103E96-3B68-4F57-BE06-28C971FE0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0" y="2070100"/>
              <a:ext cx="11113" cy="63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4" name="Freeform 874">
              <a:extLst>
                <a:ext uri="{FF2B5EF4-FFF2-40B4-BE49-F238E27FC236}">
                  <a16:creationId xmlns:a16="http://schemas.microsoft.com/office/drawing/2014/main" id="{F27E9619-0842-4828-94B2-D5A2141D5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8850" y="2136775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5" name="Oval 875">
              <a:extLst>
                <a:ext uri="{FF2B5EF4-FFF2-40B4-BE49-F238E27FC236}">
                  <a16:creationId xmlns:a16="http://schemas.microsoft.com/office/drawing/2014/main" id="{93610722-94D1-4520-ABC2-A6CAB376C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875" y="2205038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6" name="Freeform 876">
              <a:extLst>
                <a:ext uri="{FF2B5EF4-FFF2-40B4-BE49-F238E27FC236}">
                  <a16:creationId xmlns:a16="http://schemas.microsoft.com/office/drawing/2014/main" id="{B214181C-E2E7-4977-8824-E45FFDBCF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3313" y="2281238"/>
              <a:ext cx="7938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7" name="Freeform 877">
              <a:extLst>
                <a:ext uri="{FF2B5EF4-FFF2-40B4-BE49-F238E27FC236}">
                  <a16:creationId xmlns:a16="http://schemas.microsoft.com/office/drawing/2014/main" id="{C55AD80A-8014-4348-9E4D-833267880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1575" y="236061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8" name="Freeform 878">
              <a:extLst>
                <a:ext uri="{FF2B5EF4-FFF2-40B4-BE49-F238E27FC236}">
                  <a16:creationId xmlns:a16="http://schemas.microsoft.com/office/drawing/2014/main" id="{6D343416-41CB-4457-9B8E-EEC711CA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1900" y="2439988"/>
              <a:ext cx="6350" cy="63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79" name="Freeform 879">
              <a:extLst>
                <a:ext uri="{FF2B5EF4-FFF2-40B4-BE49-F238E27FC236}">
                  <a16:creationId xmlns:a16="http://schemas.microsoft.com/office/drawing/2014/main" id="{C065DBF1-745E-4222-991F-819F3919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1900" y="2439988"/>
              <a:ext cx="6350" cy="63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0" name="Freeform 880">
              <a:extLst>
                <a:ext uri="{FF2B5EF4-FFF2-40B4-BE49-F238E27FC236}">
                  <a16:creationId xmlns:a16="http://schemas.microsoft.com/office/drawing/2014/main" id="{4B9AB5DF-0763-4D8B-8C65-AC3DFF662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7463" y="2522538"/>
              <a:ext cx="7938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1" name="Freeform 881">
              <a:extLst>
                <a:ext uri="{FF2B5EF4-FFF2-40B4-BE49-F238E27FC236}">
                  <a16:creationId xmlns:a16="http://schemas.microsoft.com/office/drawing/2014/main" id="{DA3965D4-7AA5-4F53-91CA-D02F2171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613" y="2613025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2" name="Freeform 882">
              <a:extLst>
                <a:ext uri="{FF2B5EF4-FFF2-40B4-BE49-F238E27FC236}">
                  <a16:creationId xmlns:a16="http://schemas.microsoft.com/office/drawing/2014/main" id="{D234923A-2C93-4F62-B8ED-D7AB0341C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613" y="2613025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3" name="Freeform 883">
              <a:extLst>
                <a:ext uri="{FF2B5EF4-FFF2-40B4-BE49-F238E27FC236}">
                  <a16:creationId xmlns:a16="http://schemas.microsoft.com/office/drawing/2014/main" id="{AA287C29-5CDE-4D17-B300-44733BC2F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0650" y="270351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4" name="Freeform 884">
              <a:extLst>
                <a:ext uri="{FF2B5EF4-FFF2-40B4-BE49-F238E27FC236}">
                  <a16:creationId xmlns:a16="http://schemas.microsoft.com/office/drawing/2014/main" id="{76C90F45-FC84-4F87-BD77-EA4534206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925" y="27987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5" name="Freeform 885">
              <a:extLst>
                <a:ext uri="{FF2B5EF4-FFF2-40B4-BE49-F238E27FC236}">
                  <a16:creationId xmlns:a16="http://schemas.microsoft.com/office/drawing/2014/main" id="{F9F291FF-5B6D-43C3-8A13-6E25F3CB3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925" y="27987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6" name="Freeform 886">
              <a:extLst>
                <a:ext uri="{FF2B5EF4-FFF2-40B4-BE49-F238E27FC236}">
                  <a16:creationId xmlns:a16="http://schemas.microsoft.com/office/drawing/2014/main" id="{E0E756C4-D4AB-4A2C-B2F9-F451BD2B0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8438" y="2892425"/>
              <a:ext cx="7938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7" name="Freeform 887">
              <a:extLst>
                <a:ext uri="{FF2B5EF4-FFF2-40B4-BE49-F238E27FC236}">
                  <a16:creationId xmlns:a16="http://schemas.microsoft.com/office/drawing/2014/main" id="{3884444E-3F2F-4AB0-AC80-93B7D547B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5425" y="2987675"/>
              <a:ext cx="15875" cy="142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8" name="Freeform 888">
              <a:extLst>
                <a:ext uri="{FF2B5EF4-FFF2-40B4-BE49-F238E27FC236}">
                  <a16:creationId xmlns:a16="http://schemas.microsoft.com/office/drawing/2014/main" id="{E4B40CC4-2629-4CBC-A341-0EDD1EF91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650" y="308451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89" name="Freeform 889">
              <a:extLst>
                <a:ext uri="{FF2B5EF4-FFF2-40B4-BE49-F238E27FC236}">
                  <a16:creationId xmlns:a16="http://schemas.microsoft.com/office/drawing/2014/main" id="{5B504DB0-8FC5-47DA-A526-01DF5E0C3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813" y="319087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0" name="Freeform 890">
              <a:extLst>
                <a:ext uri="{FF2B5EF4-FFF2-40B4-BE49-F238E27FC236}">
                  <a16:creationId xmlns:a16="http://schemas.microsoft.com/office/drawing/2014/main" id="{D24956C0-3394-4964-9B5F-5A532049C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813" y="319087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1" name="Freeform 891">
              <a:extLst>
                <a:ext uri="{FF2B5EF4-FFF2-40B4-BE49-F238E27FC236}">
                  <a16:creationId xmlns:a16="http://schemas.microsoft.com/office/drawing/2014/main" id="{C673D54E-A7F8-4538-A30A-DCC4FE3E1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0513" y="3292475"/>
              <a:ext cx="635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2" name="Freeform 892">
              <a:extLst>
                <a:ext uri="{FF2B5EF4-FFF2-40B4-BE49-F238E27FC236}">
                  <a16:creationId xmlns:a16="http://schemas.microsoft.com/office/drawing/2014/main" id="{1F0EAF69-6EBC-4BA7-BA84-21CD275D0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0513" y="3292475"/>
              <a:ext cx="635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3" name="Freeform 893">
              <a:extLst>
                <a:ext uri="{FF2B5EF4-FFF2-40B4-BE49-F238E27FC236}">
                  <a16:creationId xmlns:a16="http://schemas.microsoft.com/office/drawing/2014/main" id="{32491AF3-290A-4367-BAAC-6F20D6596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1625" y="33956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4" name="Freeform 894">
              <a:extLst>
                <a:ext uri="{FF2B5EF4-FFF2-40B4-BE49-F238E27FC236}">
                  <a16:creationId xmlns:a16="http://schemas.microsoft.com/office/drawing/2014/main" id="{ADC25280-20CA-4A74-AC25-56B2E165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1625" y="33956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5" name="Freeform 895">
              <a:extLst>
                <a:ext uri="{FF2B5EF4-FFF2-40B4-BE49-F238E27FC236}">
                  <a16:creationId xmlns:a16="http://schemas.microsoft.com/office/drawing/2014/main" id="{DD1D10F3-5ECF-4682-ADF0-9A90CB1B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4800" y="34972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6" name="Freeform 896">
              <a:extLst>
                <a:ext uri="{FF2B5EF4-FFF2-40B4-BE49-F238E27FC236}">
                  <a16:creationId xmlns:a16="http://schemas.microsoft.com/office/drawing/2014/main" id="{E03369E8-8887-4009-B9A3-A4E53F5CC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4800" y="34972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7" name="Freeform 897">
              <a:extLst>
                <a:ext uri="{FF2B5EF4-FFF2-40B4-BE49-F238E27FC236}">
                  <a16:creationId xmlns:a16="http://schemas.microsoft.com/office/drawing/2014/main" id="{7DD89DF1-E6A0-4041-94B7-985C994F4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1625" y="359886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8" name="Freeform 898">
              <a:extLst>
                <a:ext uri="{FF2B5EF4-FFF2-40B4-BE49-F238E27FC236}">
                  <a16:creationId xmlns:a16="http://schemas.microsoft.com/office/drawing/2014/main" id="{E5F5C993-2AA9-452A-8034-687084DE7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1625" y="359886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99" name="Freeform 899">
              <a:extLst>
                <a:ext uri="{FF2B5EF4-FFF2-40B4-BE49-F238E27FC236}">
                  <a16:creationId xmlns:a16="http://schemas.microsoft.com/office/drawing/2014/main" id="{CB47B16D-2909-446E-BB6F-66C5AE000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688" y="370046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0" name="Freeform 900">
              <a:extLst>
                <a:ext uri="{FF2B5EF4-FFF2-40B4-BE49-F238E27FC236}">
                  <a16:creationId xmlns:a16="http://schemas.microsoft.com/office/drawing/2014/main" id="{53BE1AFB-012D-40E7-9435-CE6AA60B9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688" y="370046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1" name="Freeform 901">
              <a:extLst>
                <a:ext uri="{FF2B5EF4-FFF2-40B4-BE49-F238E27FC236}">
                  <a16:creationId xmlns:a16="http://schemas.microsoft.com/office/drawing/2014/main" id="{E511786A-18E7-498C-B1C3-61A77E4EC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813" y="3806825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2" name="Freeform 902">
              <a:extLst>
                <a:ext uri="{FF2B5EF4-FFF2-40B4-BE49-F238E27FC236}">
                  <a16:creationId xmlns:a16="http://schemas.microsoft.com/office/drawing/2014/main" id="{E8F0485C-5578-4872-A560-69D57A6BE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813" y="3806825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3" name="Freeform 903">
              <a:extLst>
                <a:ext uri="{FF2B5EF4-FFF2-40B4-BE49-F238E27FC236}">
                  <a16:creationId xmlns:a16="http://schemas.microsoft.com/office/drawing/2014/main" id="{9B7ECB72-5514-41CB-9BD6-B11539D8B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350" y="3905250"/>
              <a:ext cx="6350" cy="63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4" name="Freeform 904">
              <a:extLst>
                <a:ext uri="{FF2B5EF4-FFF2-40B4-BE49-F238E27FC236}">
                  <a16:creationId xmlns:a16="http://schemas.microsoft.com/office/drawing/2014/main" id="{DC73BC54-0566-4BEF-94E6-1EFCC926D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3363" y="4002088"/>
              <a:ext cx="7938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5" name="Oval 905">
              <a:extLst>
                <a:ext uri="{FF2B5EF4-FFF2-40B4-BE49-F238E27FC236}">
                  <a16:creationId xmlns:a16="http://schemas.microsoft.com/office/drawing/2014/main" id="{DAE6B17A-3E53-48D8-A4A3-D19ACB9E9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3200" y="4100513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6" name="Freeform 906">
              <a:extLst>
                <a:ext uri="{FF2B5EF4-FFF2-40B4-BE49-F238E27FC236}">
                  <a16:creationId xmlns:a16="http://schemas.microsoft.com/office/drawing/2014/main" id="{565E7C20-1B00-4682-B4BE-2A026A187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8275" y="4198938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7" name="Freeform 907">
              <a:extLst>
                <a:ext uri="{FF2B5EF4-FFF2-40B4-BE49-F238E27FC236}">
                  <a16:creationId xmlns:a16="http://schemas.microsoft.com/office/drawing/2014/main" id="{8571082C-E197-47A2-8AFB-230FC782C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8275" y="4198938"/>
              <a:ext cx="4763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8" name="Freeform 908">
              <a:extLst>
                <a:ext uri="{FF2B5EF4-FFF2-40B4-BE49-F238E27FC236}">
                  <a16:creationId xmlns:a16="http://schemas.microsoft.com/office/drawing/2014/main" id="{053E9DB6-C7D8-4FFC-ABE8-467FC3910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7000" y="4289425"/>
              <a:ext cx="4763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09" name="Freeform 909">
              <a:extLst>
                <a:ext uri="{FF2B5EF4-FFF2-40B4-BE49-F238E27FC236}">
                  <a16:creationId xmlns:a16="http://schemas.microsoft.com/office/drawing/2014/main" id="{CF44B3DF-6274-4096-BFC8-5D603070F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7000" y="4289425"/>
              <a:ext cx="4763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0" name="Freeform 910">
              <a:extLst>
                <a:ext uri="{FF2B5EF4-FFF2-40B4-BE49-F238E27FC236}">
                  <a16:creationId xmlns:a16="http://schemas.microsoft.com/office/drawing/2014/main" id="{DB0A3E8C-21CD-4354-BB9C-FE9497755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438467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1" name="Freeform 911">
              <a:extLst>
                <a:ext uri="{FF2B5EF4-FFF2-40B4-BE49-F238E27FC236}">
                  <a16:creationId xmlns:a16="http://schemas.microsoft.com/office/drawing/2014/main" id="{41D6848A-FFAC-43EA-9BA0-FBE5B0935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438467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2" name="Freeform 912">
              <a:extLst>
                <a:ext uri="{FF2B5EF4-FFF2-40B4-BE49-F238E27FC236}">
                  <a16:creationId xmlns:a16="http://schemas.microsoft.com/office/drawing/2014/main" id="{3049FA61-C948-4698-8027-85F2931DA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8575" y="447040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3" name="Freeform 913">
              <a:extLst>
                <a:ext uri="{FF2B5EF4-FFF2-40B4-BE49-F238E27FC236}">
                  <a16:creationId xmlns:a16="http://schemas.microsoft.com/office/drawing/2014/main" id="{95D1ED8C-212E-4E30-9CCE-2F172C64A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8575" y="447040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4" name="Freeform 914">
              <a:extLst>
                <a:ext uri="{FF2B5EF4-FFF2-40B4-BE49-F238E27FC236}">
                  <a16:creationId xmlns:a16="http://schemas.microsoft.com/office/drawing/2014/main" id="{D593E078-B60D-4216-B5E3-FB02878B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4557713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5" name="Freeform 915">
              <a:extLst>
                <a:ext uri="{FF2B5EF4-FFF2-40B4-BE49-F238E27FC236}">
                  <a16:creationId xmlns:a16="http://schemas.microsoft.com/office/drawing/2014/main" id="{A5E185E7-2FC9-496F-8F5F-BA11EC8E4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4557713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6" name="Freeform 916">
              <a:extLst>
                <a:ext uri="{FF2B5EF4-FFF2-40B4-BE49-F238E27FC236}">
                  <a16:creationId xmlns:a16="http://schemas.microsoft.com/office/drawing/2014/main" id="{9A7B7B45-E71D-4706-B58D-53943F0B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5" y="464026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7" name="Freeform 917">
              <a:extLst>
                <a:ext uri="{FF2B5EF4-FFF2-40B4-BE49-F238E27FC236}">
                  <a16:creationId xmlns:a16="http://schemas.microsoft.com/office/drawing/2014/main" id="{4CA31ACE-7D2E-48FE-B3A5-0CBD24063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5" y="464026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8" name="Freeform 918">
              <a:extLst>
                <a:ext uri="{FF2B5EF4-FFF2-40B4-BE49-F238E27FC236}">
                  <a16:creationId xmlns:a16="http://schemas.microsoft.com/office/drawing/2014/main" id="{22492B66-EEF7-48E4-922E-1DFB3347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4425" y="4719638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19" name="Freeform 919">
              <a:extLst>
                <a:ext uri="{FF2B5EF4-FFF2-40B4-BE49-F238E27FC236}">
                  <a16:creationId xmlns:a16="http://schemas.microsoft.com/office/drawing/2014/main" id="{CD5CF56E-3BA4-465E-9BFB-6ABE7A03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4425" y="4719638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0" name="Freeform 920">
              <a:extLst>
                <a:ext uri="{FF2B5EF4-FFF2-40B4-BE49-F238E27FC236}">
                  <a16:creationId xmlns:a16="http://schemas.microsoft.com/office/drawing/2014/main" id="{CDD9DA8F-4B18-4FE8-9FA9-2F99C186E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988" y="47926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1" name="Freeform 921">
              <a:extLst>
                <a:ext uri="{FF2B5EF4-FFF2-40B4-BE49-F238E27FC236}">
                  <a16:creationId xmlns:a16="http://schemas.microsoft.com/office/drawing/2014/main" id="{F96D38AF-3119-452F-82F6-1D1F60CCF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988" y="4792663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2" name="Freeform 922">
              <a:extLst>
                <a:ext uri="{FF2B5EF4-FFF2-40B4-BE49-F238E27FC236}">
                  <a16:creationId xmlns:a16="http://schemas.microsoft.com/office/drawing/2014/main" id="{8F2B1F36-01CB-4C3D-825C-A01A51A83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1550" y="4864100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3" name="Freeform 923">
              <a:extLst>
                <a:ext uri="{FF2B5EF4-FFF2-40B4-BE49-F238E27FC236}">
                  <a16:creationId xmlns:a16="http://schemas.microsoft.com/office/drawing/2014/main" id="{152B2773-C54C-4D33-8583-DBC221A61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1550" y="4864100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4" name="Freeform 924">
              <a:extLst>
                <a:ext uri="{FF2B5EF4-FFF2-40B4-BE49-F238E27FC236}">
                  <a16:creationId xmlns:a16="http://schemas.microsoft.com/office/drawing/2014/main" id="{5C26B5BA-1D7A-4801-AF69-03199567C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93236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5" name="Freeform 925">
              <a:extLst>
                <a:ext uri="{FF2B5EF4-FFF2-40B4-BE49-F238E27FC236}">
                  <a16:creationId xmlns:a16="http://schemas.microsoft.com/office/drawing/2014/main" id="{B640D2B2-C733-4285-8FC5-7A5FF1347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93236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6" name="Freeform 926">
              <a:extLst>
                <a:ext uri="{FF2B5EF4-FFF2-40B4-BE49-F238E27FC236}">
                  <a16:creationId xmlns:a16="http://schemas.microsoft.com/office/drawing/2014/main" id="{E0979297-AA4F-4FC2-95E4-47F1BB7E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800" y="4992688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7" name="Freeform 927">
              <a:extLst>
                <a:ext uri="{FF2B5EF4-FFF2-40B4-BE49-F238E27FC236}">
                  <a16:creationId xmlns:a16="http://schemas.microsoft.com/office/drawing/2014/main" id="{58D1CB41-834E-4BC7-B393-67F5D342C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800" y="4992688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8" name="Freeform 928">
              <a:extLst>
                <a:ext uri="{FF2B5EF4-FFF2-40B4-BE49-F238E27FC236}">
                  <a16:creationId xmlns:a16="http://schemas.microsoft.com/office/drawing/2014/main" id="{E52588CE-1191-4AEF-A317-CC41BF1BF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488" y="504825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29" name="Freeform 929">
              <a:extLst>
                <a:ext uri="{FF2B5EF4-FFF2-40B4-BE49-F238E27FC236}">
                  <a16:creationId xmlns:a16="http://schemas.microsoft.com/office/drawing/2014/main" id="{F9AC1683-0D50-47D7-BB7C-E806C14B2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488" y="5048250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0" name="Freeform 930">
              <a:extLst>
                <a:ext uri="{FF2B5EF4-FFF2-40B4-BE49-F238E27FC236}">
                  <a16:creationId xmlns:a16="http://schemas.microsoft.com/office/drawing/2014/main" id="{5AE906B6-FB85-426A-AF99-B8E3C1D75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5" y="5102225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1" name="Freeform 931">
              <a:extLst>
                <a:ext uri="{FF2B5EF4-FFF2-40B4-BE49-F238E27FC236}">
                  <a16:creationId xmlns:a16="http://schemas.microsoft.com/office/drawing/2014/main" id="{563152B8-D02E-4AB0-9030-B504FFA24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5" y="5102225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2" name="Rectangle 932">
              <a:extLst>
                <a:ext uri="{FF2B5EF4-FFF2-40B4-BE49-F238E27FC236}">
                  <a16:creationId xmlns:a16="http://schemas.microsoft.com/office/drawing/2014/main" id="{6A969680-7EBB-4D53-90DB-4713E77F7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7688" y="5151438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3" name="Rectangle 933">
              <a:extLst>
                <a:ext uri="{FF2B5EF4-FFF2-40B4-BE49-F238E27FC236}">
                  <a16:creationId xmlns:a16="http://schemas.microsoft.com/office/drawing/2014/main" id="{B6E4B50D-D7AB-4C33-AB67-E4B6A146C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7688" y="5151438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4" name="Rectangle 934">
              <a:extLst>
                <a:ext uri="{FF2B5EF4-FFF2-40B4-BE49-F238E27FC236}">
                  <a16:creationId xmlns:a16="http://schemas.microsoft.com/office/drawing/2014/main" id="{24CBE6D1-6958-4D41-B2CA-8E9B678A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5" y="51927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5" name="Rectangle 935">
              <a:extLst>
                <a:ext uri="{FF2B5EF4-FFF2-40B4-BE49-F238E27FC236}">
                  <a16:creationId xmlns:a16="http://schemas.microsoft.com/office/drawing/2014/main" id="{34A1938E-3F82-4A65-A567-A5B69B1D6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5" y="51927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6" name="Freeform 936">
              <a:extLst>
                <a:ext uri="{FF2B5EF4-FFF2-40B4-BE49-F238E27FC236}">
                  <a16:creationId xmlns:a16="http://schemas.microsoft.com/office/drawing/2014/main" id="{E907D6E6-DED6-4C10-9721-67AFF7A01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600" y="523081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7" name="Freeform 937">
              <a:extLst>
                <a:ext uri="{FF2B5EF4-FFF2-40B4-BE49-F238E27FC236}">
                  <a16:creationId xmlns:a16="http://schemas.microsoft.com/office/drawing/2014/main" id="{A738FB10-3B5A-4010-905E-940D3B2AA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600" y="5230813"/>
              <a:ext cx="3175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8" name="Freeform 938">
              <a:extLst>
                <a:ext uri="{FF2B5EF4-FFF2-40B4-BE49-F238E27FC236}">
                  <a16:creationId xmlns:a16="http://schemas.microsoft.com/office/drawing/2014/main" id="{1CA956DD-1265-43BA-B327-960B17EB5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1938" y="5260975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39" name="Freeform 939">
              <a:extLst>
                <a:ext uri="{FF2B5EF4-FFF2-40B4-BE49-F238E27FC236}">
                  <a16:creationId xmlns:a16="http://schemas.microsoft.com/office/drawing/2014/main" id="{436EEDA5-EDEE-4474-91FF-E9E12B692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1938" y="5260975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0" name="Rectangle 940">
              <a:extLst>
                <a:ext uri="{FF2B5EF4-FFF2-40B4-BE49-F238E27FC236}">
                  <a16:creationId xmlns:a16="http://schemas.microsoft.com/office/drawing/2014/main" id="{CC79CA47-E295-4D20-AA1C-267920629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463" y="26924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1" name="Rectangle 941">
              <a:extLst>
                <a:ext uri="{FF2B5EF4-FFF2-40B4-BE49-F238E27FC236}">
                  <a16:creationId xmlns:a16="http://schemas.microsoft.com/office/drawing/2014/main" id="{03254011-3405-4A94-B479-A323FC4B9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463" y="26924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2" name="Freeform 942">
              <a:extLst>
                <a:ext uri="{FF2B5EF4-FFF2-40B4-BE49-F238E27FC236}">
                  <a16:creationId xmlns:a16="http://schemas.microsoft.com/office/drawing/2014/main" id="{3670136F-852A-45EC-BA9B-C52D0181A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913" y="260191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3" name="Freeform 943">
              <a:extLst>
                <a:ext uri="{FF2B5EF4-FFF2-40B4-BE49-F238E27FC236}">
                  <a16:creationId xmlns:a16="http://schemas.microsoft.com/office/drawing/2014/main" id="{CE144F09-3D62-4C99-8845-0A6ED413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913" y="260191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4" name="Freeform 944">
              <a:extLst>
                <a:ext uri="{FF2B5EF4-FFF2-40B4-BE49-F238E27FC236}">
                  <a16:creationId xmlns:a16="http://schemas.microsoft.com/office/drawing/2014/main" id="{EF6C84E9-C558-4C32-8241-21B51ADAB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25" y="251142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5" name="Freeform 945">
              <a:extLst>
                <a:ext uri="{FF2B5EF4-FFF2-40B4-BE49-F238E27FC236}">
                  <a16:creationId xmlns:a16="http://schemas.microsoft.com/office/drawing/2014/main" id="{F700A1B5-3DFA-4459-A811-9BFB7945B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25" y="2511425"/>
              <a:ext cx="4763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6" name="Oval 946">
              <a:extLst>
                <a:ext uri="{FF2B5EF4-FFF2-40B4-BE49-F238E27FC236}">
                  <a16:creationId xmlns:a16="http://schemas.microsoft.com/office/drawing/2014/main" id="{11174E6D-FF7D-463D-B30E-76D5E119C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2420938"/>
              <a:ext cx="6350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7" name="Oval 947">
              <a:extLst>
                <a:ext uri="{FF2B5EF4-FFF2-40B4-BE49-F238E27FC236}">
                  <a16:creationId xmlns:a16="http://schemas.microsoft.com/office/drawing/2014/main" id="{270E6E29-15D7-4A70-8990-F35BE83AE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425" y="2336800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8" name="Freeform 948">
              <a:extLst>
                <a:ext uri="{FF2B5EF4-FFF2-40B4-BE49-F238E27FC236}">
                  <a16:creationId xmlns:a16="http://schemas.microsoft.com/office/drawing/2014/main" id="{B72F2206-1D63-4DA2-975E-A60CFF71E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0" y="2254250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49" name="Freeform 949">
              <a:extLst>
                <a:ext uri="{FF2B5EF4-FFF2-40B4-BE49-F238E27FC236}">
                  <a16:creationId xmlns:a16="http://schemas.microsoft.com/office/drawing/2014/main" id="{DF6234C9-BB16-427C-817D-945FB1D47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013" y="2179638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0" name="Freeform 950">
              <a:extLst>
                <a:ext uri="{FF2B5EF4-FFF2-40B4-BE49-F238E27FC236}">
                  <a16:creationId xmlns:a16="http://schemas.microsoft.com/office/drawing/2014/main" id="{5E30E759-51D7-43DD-B38D-9D30337C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450" y="2106613"/>
              <a:ext cx="11113" cy="12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1" name="Oval 951">
              <a:extLst>
                <a:ext uri="{FF2B5EF4-FFF2-40B4-BE49-F238E27FC236}">
                  <a16:creationId xmlns:a16="http://schemas.microsoft.com/office/drawing/2014/main" id="{13B6ABC7-ABBF-498B-8E17-81D83CD7A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2039938"/>
              <a:ext cx="11113" cy="63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2" name="Freeform 952">
              <a:extLst>
                <a:ext uri="{FF2B5EF4-FFF2-40B4-BE49-F238E27FC236}">
                  <a16:creationId xmlns:a16="http://schemas.microsoft.com/office/drawing/2014/main" id="{C7F5B8CB-FD39-4092-8727-A7BDCC2E7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438" y="1971675"/>
              <a:ext cx="11113" cy="111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3" name="Freeform 953">
              <a:extLst>
                <a:ext uri="{FF2B5EF4-FFF2-40B4-BE49-F238E27FC236}">
                  <a16:creationId xmlns:a16="http://schemas.microsoft.com/office/drawing/2014/main" id="{EF4C7EDC-5EFA-485E-AF5D-F09F99504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50" y="1914525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4" name="Freeform 954">
              <a:extLst>
                <a:ext uri="{FF2B5EF4-FFF2-40B4-BE49-F238E27FC236}">
                  <a16:creationId xmlns:a16="http://schemas.microsoft.com/office/drawing/2014/main" id="{CD61AA7B-39BD-4D27-A167-10EC0E4E5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50" y="1914525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5" name="Rectangle 955">
              <a:extLst>
                <a:ext uri="{FF2B5EF4-FFF2-40B4-BE49-F238E27FC236}">
                  <a16:creationId xmlns:a16="http://schemas.microsoft.com/office/drawing/2014/main" id="{306AEA66-D421-4A83-BA48-07393E21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1717675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6" name="Rectangle 956">
              <a:extLst>
                <a:ext uri="{FF2B5EF4-FFF2-40B4-BE49-F238E27FC236}">
                  <a16:creationId xmlns:a16="http://schemas.microsoft.com/office/drawing/2014/main" id="{984B78BF-5ACB-402E-B815-CAB10260D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1717675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7" name="Freeform 957">
              <a:extLst>
                <a:ext uri="{FF2B5EF4-FFF2-40B4-BE49-F238E27FC236}">
                  <a16:creationId xmlns:a16="http://schemas.microsoft.com/office/drawing/2014/main" id="{9A3E1E72-6A2A-4B66-B396-D2AB16B01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188" y="168116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8" name="Freeform 958">
              <a:extLst>
                <a:ext uri="{FF2B5EF4-FFF2-40B4-BE49-F238E27FC236}">
                  <a16:creationId xmlns:a16="http://schemas.microsoft.com/office/drawing/2014/main" id="{37D37244-69CE-4415-BEB0-03F5AAFA5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188" y="1681163"/>
              <a:ext cx="4763" cy="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59" name="Freeform 959">
              <a:extLst>
                <a:ext uri="{FF2B5EF4-FFF2-40B4-BE49-F238E27FC236}">
                  <a16:creationId xmlns:a16="http://schemas.microsoft.com/office/drawing/2014/main" id="{E3E7C553-76C6-4395-AD91-CE3DF6703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613" y="1646238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0" name="Freeform 960">
              <a:extLst>
                <a:ext uri="{FF2B5EF4-FFF2-40B4-BE49-F238E27FC236}">
                  <a16:creationId xmlns:a16="http://schemas.microsoft.com/office/drawing/2014/main" id="{5E2F9590-1949-4DAA-B708-99E741FC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613" y="1646238"/>
              <a:ext cx="3175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1" name="Freeform 961">
              <a:extLst>
                <a:ext uri="{FF2B5EF4-FFF2-40B4-BE49-F238E27FC236}">
                  <a16:creationId xmlns:a16="http://schemas.microsoft.com/office/drawing/2014/main" id="{176E5EB3-4704-4164-8707-FCF77444F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038" y="1616075"/>
              <a:ext cx="3175" cy="7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2" name="Freeform 962">
              <a:extLst>
                <a:ext uri="{FF2B5EF4-FFF2-40B4-BE49-F238E27FC236}">
                  <a16:creationId xmlns:a16="http://schemas.microsoft.com/office/drawing/2014/main" id="{F5F7CCB9-7F47-4AC0-BA77-1CC9E556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1597025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3" name="Freeform 963">
              <a:extLst>
                <a:ext uri="{FF2B5EF4-FFF2-40B4-BE49-F238E27FC236}">
                  <a16:creationId xmlns:a16="http://schemas.microsoft.com/office/drawing/2014/main" id="{686616BA-E1FA-46CB-AC37-2C4C4670A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1597025"/>
              <a:ext cx="0" cy="47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4" name="Rectangle 964">
              <a:extLst>
                <a:ext uri="{FF2B5EF4-FFF2-40B4-BE49-F238E27FC236}">
                  <a16:creationId xmlns:a16="http://schemas.microsoft.com/office/drawing/2014/main" id="{E9273B54-6198-45BE-8960-2D6723819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25003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5" name="Rectangle 965">
              <a:extLst>
                <a:ext uri="{FF2B5EF4-FFF2-40B4-BE49-F238E27FC236}">
                  <a16:creationId xmlns:a16="http://schemas.microsoft.com/office/drawing/2014/main" id="{BEE5363E-C486-4126-9279-DE274E1A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25003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6" name="Freeform 966">
              <a:extLst>
                <a:ext uri="{FF2B5EF4-FFF2-40B4-BE49-F238E27FC236}">
                  <a16:creationId xmlns:a16="http://schemas.microsoft.com/office/drawing/2014/main" id="{91540805-264C-4F44-AF3A-FC35660B9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2663" y="5003800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7" name="Freeform 967">
              <a:extLst>
                <a:ext uri="{FF2B5EF4-FFF2-40B4-BE49-F238E27FC236}">
                  <a16:creationId xmlns:a16="http://schemas.microsoft.com/office/drawing/2014/main" id="{5F73A72C-0223-4506-BD24-03BCFB52C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2663" y="5003800"/>
              <a:ext cx="3175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8" name="Rectangle 968">
              <a:extLst>
                <a:ext uri="{FF2B5EF4-FFF2-40B4-BE49-F238E27FC236}">
                  <a16:creationId xmlns:a16="http://schemas.microsoft.com/office/drawing/2014/main" id="{5451D9A1-671A-4CCA-955F-4C470A0D2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3288" y="50673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69" name="Rectangle 969">
              <a:extLst>
                <a:ext uri="{FF2B5EF4-FFF2-40B4-BE49-F238E27FC236}">
                  <a16:creationId xmlns:a16="http://schemas.microsoft.com/office/drawing/2014/main" id="{4F330D0A-039F-4869-964C-550337FF4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3288" y="50673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0" name="Freeform 970">
              <a:extLst>
                <a:ext uri="{FF2B5EF4-FFF2-40B4-BE49-F238E27FC236}">
                  <a16:creationId xmlns:a16="http://schemas.microsoft.com/office/drawing/2014/main" id="{C4615720-C9FF-42F8-85EE-E5FA824FD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0738" y="5124450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1" name="Freeform 971">
              <a:extLst>
                <a:ext uri="{FF2B5EF4-FFF2-40B4-BE49-F238E27FC236}">
                  <a16:creationId xmlns:a16="http://schemas.microsoft.com/office/drawing/2014/main" id="{F25329E6-124E-4BF0-BB2C-532873488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0738" y="5124450"/>
              <a:ext cx="0" cy="31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2" name="Rectangle 972">
              <a:extLst>
                <a:ext uri="{FF2B5EF4-FFF2-40B4-BE49-F238E27FC236}">
                  <a16:creationId xmlns:a16="http://schemas.microsoft.com/office/drawing/2014/main" id="{A06B2E5A-397E-469C-835B-60AA16D7C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3425" y="51816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3" name="Rectangle 973">
              <a:extLst>
                <a:ext uri="{FF2B5EF4-FFF2-40B4-BE49-F238E27FC236}">
                  <a16:creationId xmlns:a16="http://schemas.microsoft.com/office/drawing/2014/main" id="{680810C8-8D24-4A51-A9FD-2F0BCF322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3425" y="5181600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4" name="Rectangle 974">
              <a:extLst>
                <a:ext uri="{FF2B5EF4-FFF2-40B4-BE49-F238E27FC236}">
                  <a16:creationId xmlns:a16="http://schemas.microsoft.com/office/drawing/2014/main" id="{120272AB-F33B-47B5-B398-9EC70E7DF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38" y="52308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175" name="Rectangle 975">
              <a:extLst>
                <a:ext uri="{FF2B5EF4-FFF2-40B4-BE49-F238E27FC236}">
                  <a16:creationId xmlns:a16="http://schemas.microsoft.com/office/drawing/2014/main" id="{C03FF351-F8C3-4E9C-8139-215786F6A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38" y="5230813"/>
              <a:ext cx="1588" cy="15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</p:grpSp>
      <p:sp>
        <p:nvSpPr>
          <p:cNvPr id="976" name="椭圆 975">
            <a:extLst>
              <a:ext uri="{FF2B5EF4-FFF2-40B4-BE49-F238E27FC236}">
                <a16:creationId xmlns:a16="http://schemas.microsoft.com/office/drawing/2014/main" id="{4F3F8807-00E2-4128-922D-95C87704B745}"/>
              </a:ext>
            </a:extLst>
          </p:cNvPr>
          <p:cNvSpPr/>
          <p:nvPr/>
        </p:nvSpPr>
        <p:spPr>
          <a:xfrm>
            <a:off x="4905676" y="2573516"/>
            <a:ext cx="2380648" cy="238064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30200" dist="3175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5D88A8">
                  <a:lumMod val="40000"/>
                  <a:lumOff val="60000"/>
                </a:srgbClr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77" name="椭圆 976">
            <a:extLst>
              <a:ext uri="{FF2B5EF4-FFF2-40B4-BE49-F238E27FC236}">
                <a16:creationId xmlns:a16="http://schemas.microsoft.com/office/drawing/2014/main" id="{C19FB6E9-5E7A-4A10-B011-D2C0A1CCB135}"/>
              </a:ext>
            </a:extLst>
          </p:cNvPr>
          <p:cNvSpPr/>
          <p:nvPr/>
        </p:nvSpPr>
        <p:spPr>
          <a:xfrm>
            <a:off x="2205918" y="2113487"/>
            <a:ext cx="1564922" cy="1564922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711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78" name="椭圆 977">
            <a:extLst>
              <a:ext uri="{FF2B5EF4-FFF2-40B4-BE49-F238E27FC236}">
                <a16:creationId xmlns:a16="http://schemas.microsoft.com/office/drawing/2014/main" id="{F4A04188-5E07-4B77-8037-7DDE46C42D69}"/>
              </a:ext>
            </a:extLst>
          </p:cNvPr>
          <p:cNvSpPr/>
          <p:nvPr/>
        </p:nvSpPr>
        <p:spPr>
          <a:xfrm>
            <a:off x="1372265" y="4436282"/>
            <a:ext cx="1241840" cy="124184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711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79" name="椭圆 978">
            <a:extLst>
              <a:ext uri="{FF2B5EF4-FFF2-40B4-BE49-F238E27FC236}">
                <a16:creationId xmlns:a16="http://schemas.microsoft.com/office/drawing/2014/main" id="{88A2709E-5EFD-4DCC-82F4-4646C54C95B8}"/>
              </a:ext>
            </a:extLst>
          </p:cNvPr>
          <p:cNvSpPr/>
          <p:nvPr/>
        </p:nvSpPr>
        <p:spPr>
          <a:xfrm>
            <a:off x="9684892" y="4490036"/>
            <a:ext cx="1564922" cy="1564922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711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0" name="椭圆 979">
            <a:extLst>
              <a:ext uri="{FF2B5EF4-FFF2-40B4-BE49-F238E27FC236}">
                <a16:creationId xmlns:a16="http://schemas.microsoft.com/office/drawing/2014/main" id="{C6EF56D3-9411-4BE6-BB07-23A58C2BF666}"/>
              </a:ext>
            </a:extLst>
          </p:cNvPr>
          <p:cNvSpPr/>
          <p:nvPr/>
        </p:nvSpPr>
        <p:spPr>
          <a:xfrm>
            <a:off x="8104767" y="3249304"/>
            <a:ext cx="1135486" cy="1135486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1" name="椭圆 980">
            <a:extLst>
              <a:ext uri="{FF2B5EF4-FFF2-40B4-BE49-F238E27FC236}">
                <a16:creationId xmlns:a16="http://schemas.microsoft.com/office/drawing/2014/main" id="{FF96882B-E730-424D-B4E8-48AA44359698}"/>
              </a:ext>
            </a:extLst>
          </p:cNvPr>
          <p:cNvSpPr/>
          <p:nvPr/>
        </p:nvSpPr>
        <p:spPr>
          <a:xfrm>
            <a:off x="9440309" y="1248771"/>
            <a:ext cx="1558928" cy="155892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711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2" name="椭圆 981">
            <a:extLst>
              <a:ext uri="{FF2B5EF4-FFF2-40B4-BE49-F238E27FC236}">
                <a16:creationId xmlns:a16="http://schemas.microsoft.com/office/drawing/2014/main" id="{3E54AB0C-6207-4589-8FAD-725B2581AF63}"/>
              </a:ext>
            </a:extLst>
          </p:cNvPr>
          <p:cNvSpPr/>
          <p:nvPr/>
        </p:nvSpPr>
        <p:spPr>
          <a:xfrm>
            <a:off x="959675" y="1904411"/>
            <a:ext cx="526507" cy="526507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3" name="椭圆 982">
            <a:extLst>
              <a:ext uri="{FF2B5EF4-FFF2-40B4-BE49-F238E27FC236}">
                <a16:creationId xmlns:a16="http://schemas.microsoft.com/office/drawing/2014/main" id="{0476F704-824C-44D0-A858-79404FE26B9E}"/>
              </a:ext>
            </a:extLst>
          </p:cNvPr>
          <p:cNvSpPr/>
          <p:nvPr/>
        </p:nvSpPr>
        <p:spPr>
          <a:xfrm>
            <a:off x="5071317" y="1883773"/>
            <a:ext cx="270342" cy="270342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4" name="椭圆 983">
            <a:extLst>
              <a:ext uri="{FF2B5EF4-FFF2-40B4-BE49-F238E27FC236}">
                <a16:creationId xmlns:a16="http://schemas.microsoft.com/office/drawing/2014/main" id="{45569F7F-1903-4C2A-8427-59043816D6DC}"/>
              </a:ext>
            </a:extLst>
          </p:cNvPr>
          <p:cNvSpPr/>
          <p:nvPr/>
        </p:nvSpPr>
        <p:spPr>
          <a:xfrm>
            <a:off x="7191541" y="1889163"/>
            <a:ext cx="278143" cy="278143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5" name="椭圆 984">
            <a:extLst>
              <a:ext uri="{FF2B5EF4-FFF2-40B4-BE49-F238E27FC236}">
                <a16:creationId xmlns:a16="http://schemas.microsoft.com/office/drawing/2014/main" id="{2E905DFC-CB85-4F71-8353-34E4BC384E1D}"/>
              </a:ext>
            </a:extLst>
          </p:cNvPr>
          <p:cNvSpPr/>
          <p:nvPr/>
        </p:nvSpPr>
        <p:spPr>
          <a:xfrm>
            <a:off x="6666506" y="6092110"/>
            <a:ext cx="254086" cy="254086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86" name="椭圆 985">
            <a:extLst>
              <a:ext uri="{FF2B5EF4-FFF2-40B4-BE49-F238E27FC236}">
                <a16:creationId xmlns:a16="http://schemas.microsoft.com/office/drawing/2014/main" id="{7EE0AE25-37C0-4FA3-8314-9F822F3DA16C}"/>
              </a:ext>
            </a:extLst>
          </p:cNvPr>
          <p:cNvSpPr/>
          <p:nvPr/>
        </p:nvSpPr>
        <p:spPr>
          <a:xfrm>
            <a:off x="3740320" y="4846894"/>
            <a:ext cx="360374" cy="36037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30200" dist="3175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993" name="矩形 992">
            <a:extLst>
              <a:ext uri="{FF2B5EF4-FFF2-40B4-BE49-F238E27FC236}">
                <a16:creationId xmlns:a16="http://schemas.microsoft.com/office/drawing/2014/main" id="{1D722F8D-19A3-4DE3-A8AE-D27DBC5E7F5B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4" name="矩形 993">
            <a:extLst>
              <a:ext uri="{FF2B5EF4-FFF2-40B4-BE49-F238E27FC236}">
                <a16:creationId xmlns:a16="http://schemas.microsoft.com/office/drawing/2014/main" id="{C100B981-9A9D-4ACF-ABF7-9BD2D440B6F7}"/>
              </a:ext>
            </a:extLst>
          </p:cNvPr>
          <p:cNvSpPr/>
          <p:nvPr/>
        </p:nvSpPr>
        <p:spPr>
          <a:xfrm>
            <a:off x="5430691" y="3396635"/>
            <a:ext cx="1330618" cy="2808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5" name="矩形 994">
            <a:extLst>
              <a:ext uri="{FF2B5EF4-FFF2-40B4-BE49-F238E27FC236}">
                <a16:creationId xmlns:a16="http://schemas.microsoft.com/office/drawing/2014/main" id="{3CA3AA11-EFE2-4815-B1A6-34DA9C6EBD3D}"/>
              </a:ext>
            </a:extLst>
          </p:cNvPr>
          <p:cNvSpPr/>
          <p:nvPr/>
        </p:nvSpPr>
        <p:spPr>
          <a:xfrm>
            <a:off x="5107128" y="3749103"/>
            <a:ext cx="1977744" cy="212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99" name="组合 998">
            <a:extLst>
              <a:ext uri="{FF2B5EF4-FFF2-40B4-BE49-F238E27FC236}">
                <a16:creationId xmlns:a16="http://schemas.microsoft.com/office/drawing/2014/main" id="{5660DC21-2927-4832-A02D-6D10A6455E0B}"/>
              </a:ext>
            </a:extLst>
          </p:cNvPr>
          <p:cNvGrpSpPr/>
          <p:nvPr/>
        </p:nvGrpSpPr>
        <p:grpSpPr>
          <a:xfrm>
            <a:off x="2399591" y="2613391"/>
            <a:ext cx="1177576" cy="565115"/>
            <a:chOff x="2104466" y="2615489"/>
            <a:chExt cx="1977744" cy="565115"/>
          </a:xfrm>
          <a:solidFill>
            <a:schemeClr val="accent1"/>
          </a:solidFill>
        </p:grpSpPr>
        <p:sp>
          <p:nvSpPr>
            <p:cNvPr id="997" name="矩形 996">
              <a:extLst>
                <a:ext uri="{FF2B5EF4-FFF2-40B4-BE49-F238E27FC236}">
                  <a16:creationId xmlns:a16="http://schemas.microsoft.com/office/drawing/2014/main" id="{B837E768-B90A-4D63-8ECD-16F9431C826C}"/>
                </a:ext>
              </a:extLst>
            </p:cNvPr>
            <p:cNvSpPr/>
            <p:nvPr/>
          </p:nvSpPr>
          <p:spPr>
            <a:xfrm>
              <a:off x="2428029" y="2615489"/>
              <a:ext cx="1330618" cy="28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8" name="矩形 997">
              <a:extLst>
                <a:ext uri="{FF2B5EF4-FFF2-40B4-BE49-F238E27FC236}">
                  <a16:creationId xmlns:a16="http://schemas.microsoft.com/office/drawing/2014/main" id="{DEB4077C-A7A9-4323-98D1-BE5F6F1C933C}"/>
                </a:ext>
              </a:extLst>
            </p:cNvPr>
            <p:cNvSpPr/>
            <p:nvPr/>
          </p:nvSpPr>
          <p:spPr>
            <a:xfrm>
              <a:off x="2104466" y="2967957"/>
              <a:ext cx="1977744" cy="2126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0" name="组合 999">
            <a:extLst>
              <a:ext uri="{FF2B5EF4-FFF2-40B4-BE49-F238E27FC236}">
                <a16:creationId xmlns:a16="http://schemas.microsoft.com/office/drawing/2014/main" id="{C55C21CB-C4FA-41A4-A63A-E2F582FFE834}"/>
              </a:ext>
            </a:extLst>
          </p:cNvPr>
          <p:cNvGrpSpPr/>
          <p:nvPr/>
        </p:nvGrpSpPr>
        <p:grpSpPr>
          <a:xfrm>
            <a:off x="9630985" y="1745678"/>
            <a:ext cx="1177576" cy="565115"/>
            <a:chOff x="2104466" y="2615489"/>
            <a:chExt cx="1977744" cy="565115"/>
          </a:xfrm>
          <a:solidFill>
            <a:schemeClr val="accent1"/>
          </a:solidFill>
        </p:grpSpPr>
        <p:sp>
          <p:nvSpPr>
            <p:cNvPr id="1001" name="矩形 1000">
              <a:extLst>
                <a:ext uri="{FF2B5EF4-FFF2-40B4-BE49-F238E27FC236}">
                  <a16:creationId xmlns:a16="http://schemas.microsoft.com/office/drawing/2014/main" id="{366AD7C5-2391-48B0-B767-E3A508B6095B}"/>
                </a:ext>
              </a:extLst>
            </p:cNvPr>
            <p:cNvSpPr/>
            <p:nvPr/>
          </p:nvSpPr>
          <p:spPr>
            <a:xfrm>
              <a:off x="2428029" y="2615489"/>
              <a:ext cx="1330618" cy="28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2" name="矩形 1001">
              <a:extLst>
                <a:ext uri="{FF2B5EF4-FFF2-40B4-BE49-F238E27FC236}">
                  <a16:creationId xmlns:a16="http://schemas.microsoft.com/office/drawing/2014/main" id="{5B621913-3DDD-4070-B792-6C8BB0A46083}"/>
                </a:ext>
              </a:extLst>
            </p:cNvPr>
            <p:cNvSpPr/>
            <p:nvPr/>
          </p:nvSpPr>
          <p:spPr>
            <a:xfrm>
              <a:off x="2104466" y="2967957"/>
              <a:ext cx="1977744" cy="2126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3" name="组合 1002">
            <a:extLst>
              <a:ext uri="{FF2B5EF4-FFF2-40B4-BE49-F238E27FC236}">
                <a16:creationId xmlns:a16="http://schemas.microsoft.com/office/drawing/2014/main" id="{1E4B8D2B-1773-40E1-81B5-D0EB36AF106B}"/>
              </a:ext>
            </a:extLst>
          </p:cNvPr>
          <p:cNvGrpSpPr/>
          <p:nvPr/>
        </p:nvGrpSpPr>
        <p:grpSpPr>
          <a:xfrm>
            <a:off x="9878565" y="4989940"/>
            <a:ext cx="1177576" cy="565115"/>
            <a:chOff x="2104466" y="2615489"/>
            <a:chExt cx="1977744" cy="565115"/>
          </a:xfrm>
          <a:solidFill>
            <a:schemeClr val="accent1"/>
          </a:solidFill>
        </p:grpSpPr>
        <p:sp>
          <p:nvSpPr>
            <p:cNvPr id="1004" name="矩形 1003">
              <a:extLst>
                <a:ext uri="{FF2B5EF4-FFF2-40B4-BE49-F238E27FC236}">
                  <a16:creationId xmlns:a16="http://schemas.microsoft.com/office/drawing/2014/main" id="{D1FC3F64-09E2-4672-976B-7914B3E500B9}"/>
                </a:ext>
              </a:extLst>
            </p:cNvPr>
            <p:cNvSpPr/>
            <p:nvPr/>
          </p:nvSpPr>
          <p:spPr>
            <a:xfrm>
              <a:off x="2428029" y="2615489"/>
              <a:ext cx="1330618" cy="28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5" name="矩形 1004">
              <a:extLst>
                <a:ext uri="{FF2B5EF4-FFF2-40B4-BE49-F238E27FC236}">
                  <a16:creationId xmlns:a16="http://schemas.microsoft.com/office/drawing/2014/main" id="{0D93D2C4-426D-41B4-9721-DEB58A4F77CF}"/>
                </a:ext>
              </a:extLst>
            </p:cNvPr>
            <p:cNvSpPr/>
            <p:nvPr/>
          </p:nvSpPr>
          <p:spPr>
            <a:xfrm>
              <a:off x="2104466" y="2967957"/>
              <a:ext cx="1977744" cy="2126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6" name="组合 1005">
            <a:extLst>
              <a:ext uri="{FF2B5EF4-FFF2-40B4-BE49-F238E27FC236}">
                <a16:creationId xmlns:a16="http://schemas.microsoft.com/office/drawing/2014/main" id="{7C900431-1971-400C-A818-34A05792D2C7}"/>
              </a:ext>
            </a:extLst>
          </p:cNvPr>
          <p:cNvGrpSpPr/>
          <p:nvPr/>
        </p:nvGrpSpPr>
        <p:grpSpPr>
          <a:xfrm>
            <a:off x="1552757" y="4774645"/>
            <a:ext cx="880856" cy="565115"/>
            <a:chOff x="2104466" y="2615489"/>
            <a:chExt cx="1977744" cy="565115"/>
          </a:xfrm>
          <a:solidFill>
            <a:schemeClr val="accent1"/>
          </a:solidFill>
        </p:grpSpPr>
        <p:sp>
          <p:nvSpPr>
            <p:cNvPr id="1007" name="矩形 1006">
              <a:extLst>
                <a:ext uri="{FF2B5EF4-FFF2-40B4-BE49-F238E27FC236}">
                  <a16:creationId xmlns:a16="http://schemas.microsoft.com/office/drawing/2014/main" id="{CDC3522C-BD85-434A-95EF-C01401442C60}"/>
                </a:ext>
              </a:extLst>
            </p:cNvPr>
            <p:cNvSpPr/>
            <p:nvPr/>
          </p:nvSpPr>
          <p:spPr>
            <a:xfrm>
              <a:off x="2428029" y="2615489"/>
              <a:ext cx="1330618" cy="28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8" name="矩形 1007">
              <a:extLst>
                <a:ext uri="{FF2B5EF4-FFF2-40B4-BE49-F238E27FC236}">
                  <a16:creationId xmlns:a16="http://schemas.microsoft.com/office/drawing/2014/main" id="{9DCEE899-3AF2-4F3F-BC99-2E4ECDB71E25}"/>
                </a:ext>
              </a:extLst>
            </p:cNvPr>
            <p:cNvSpPr/>
            <p:nvPr/>
          </p:nvSpPr>
          <p:spPr>
            <a:xfrm>
              <a:off x="2104466" y="2967957"/>
              <a:ext cx="1977744" cy="2126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9" name="组合 1008">
            <a:extLst>
              <a:ext uri="{FF2B5EF4-FFF2-40B4-BE49-F238E27FC236}">
                <a16:creationId xmlns:a16="http://schemas.microsoft.com/office/drawing/2014/main" id="{A520E22B-C1A2-4072-9B86-C33048BF9F54}"/>
              </a:ext>
            </a:extLst>
          </p:cNvPr>
          <p:cNvGrpSpPr/>
          <p:nvPr/>
        </p:nvGrpSpPr>
        <p:grpSpPr>
          <a:xfrm>
            <a:off x="8275629" y="3534490"/>
            <a:ext cx="793762" cy="565115"/>
            <a:chOff x="2104466" y="2615489"/>
            <a:chExt cx="1977744" cy="565115"/>
          </a:xfrm>
          <a:solidFill>
            <a:schemeClr val="accent1"/>
          </a:solidFill>
        </p:grpSpPr>
        <p:sp>
          <p:nvSpPr>
            <p:cNvPr id="1010" name="矩形 1009">
              <a:extLst>
                <a:ext uri="{FF2B5EF4-FFF2-40B4-BE49-F238E27FC236}">
                  <a16:creationId xmlns:a16="http://schemas.microsoft.com/office/drawing/2014/main" id="{100372CC-E555-4794-8156-92284C1CB361}"/>
                </a:ext>
              </a:extLst>
            </p:cNvPr>
            <p:cNvSpPr/>
            <p:nvPr/>
          </p:nvSpPr>
          <p:spPr>
            <a:xfrm>
              <a:off x="2428029" y="2615489"/>
              <a:ext cx="1330618" cy="28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1" name="矩形 1010">
              <a:extLst>
                <a:ext uri="{FF2B5EF4-FFF2-40B4-BE49-F238E27FC236}">
                  <a16:creationId xmlns:a16="http://schemas.microsoft.com/office/drawing/2014/main" id="{5BD89702-F9A0-457B-9759-297EC37CD531}"/>
                </a:ext>
              </a:extLst>
            </p:cNvPr>
            <p:cNvSpPr/>
            <p:nvPr/>
          </p:nvSpPr>
          <p:spPr>
            <a:xfrm>
              <a:off x="2104466" y="2967957"/>
              <a:ext cx="1977744" cy="2126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7718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62067FE-9820-4D17-903C-9F559EC73B8F}"/>
              </a:ext>
            </a:extLst>
          </p:cNvPr>
          <p:cNvCxnSpPr>
            <a:cxnSpLocks/>
          </p:cNvCxnSpPr>
          <p:nvPr/>
        </p:nvCxnSpPr>
        <p:spPr>
          <a:xfrm flipV="1">
            <a:off x="1507740" y="3852374"/>
            <a:ext cx="0" cy="966713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90DFA3F-6FC4-4A2F-92F8-72BEAEC6397E}"/>
              </a:ext>
            </a:extLst>
          </p:cNvPr>
          <p:cNvCxnSpPr>
            <a:cxnSpLocks/>
          </p:cNvCxnSpPr>
          <p:nvPr/>
        </p:nvCxnSpPr>
        <p:spPr>
          <a:xfrm flipV="1">
            <a:off x="3665216" y="3852374"/>
            <a:ext cx="0" cy="966713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7BCADD9-1140-4EFF-9D64-10BD7A531ACD}"/>
              </a:ext>
            </a:extLst>
          </p:cNvPr>
          <p:cNvCxnSpPr>
            <a:cxnSpLocks/>
          </p:cNvCxnSpPr>
          <p:nvPr/>
        </p:nvCxnSpPr>
        <p:spPr>
          <a:xfrm flipV="1">
            <a:off x="8526784" y="3852374"/>
            <a:ext cx="0" cy="966713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B252959-6E54-4AA3-9AAF-916871DADA8E}"/>
              </a:ext>
            </a:extLst>
          </p:cNvPr>
          <p:cNvCxnSpPr>
            <a:cxnSpLocks/>
          </p:cNvCxnSpPr>
          <p:nvPr/>
        </p:nvCxnSpPr>
        <p:spPr>
          <a:xfrm flipV="1">
            <a:off x="10684260" y="3852374"/>
            <a:ext cx="0" cy="966713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06143D-B461-49E8-AB97-5BF5C85B0064}"/>
              </a:ext>
            </a:extLst>
          </p:cNvPr>
          <p:cNvGrpSpPr/>
          <p:nvPr/>
        </p:nvGrpSpPr>
        <p:grpSpPr>
          <a:xfrm>
            <a:off x="4469386" y="2932831"/>
            <a:ext cx="549136" cy="227430"/>
            <a:chOff x="3162300" y="3290887"/>
            <a:chExt cx="1163785" cy="27622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9DE84B7-8205-494D-AE4B-C9A8637AFBC8}"/>
                </a:ext>
              </a:extLst>
            </p:cNvPr>
            <p:cNvCxnSpPr/>
            <p:nvPr/>
          </p:nvCxnSpPr>
          <p:spPr>
            <a:xfrm>
              <a:off x="316230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CFE8A30-863C-4A42-80E4-3092D5E9A438}"/>
                </a:ext>
              </a:extLst>
            </p:cNvPr>
            <p:cNvCxnSpPr>
              <a:cxnSpLocks/>
            </p:cNvCxnSpPr>
            <p:nvPr/>
          </p:nvCxnSpPr>
          <p:spPr>
            <a:xfrm>
              <a:off x="332855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7365CED-6A43-44A5-BA09-456EFFD303EC}"/>
                </a:ext>
              </a:extLst>
            </p:cNvPr>
            <p:cNvCxnSpPr>
              <a:cxnSpLocks/>
            </p:cNvCxnSpPr>
            <p:nvPr/>
          </p:nvCxnSpPr>
          <p:spPr>
            <a:xfrm>
              <a:off x="3494810" y="3357181"/>
              <a:ext cx="0" cy="143637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E586896-AF12-4DB1-A432-C136E24A9F52}"/>
                </a:ext>
              </a:extLst>
            </p:cNvPr>
            <p:cNvCxnSpPr>
              <a:cxnSpLocks/>
            </p:cNvCxnSpPr>
            <p:nvPr/>
          </p:nvCxnSpPr>
          <p:spPr>
            <a:xfrm>
              <a:off x="3661065" y="3307461"/>
              <a:ext cx="0" cy="243078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2A38FC2-81B1-48ED-9866-844BDAD1DA3A}"/>
                </a:ext>
              </a:extLst>
            </p:cNvPr>
            <p:cNvCxnSpPr>
              <a:cxnSpLocks/>
            </p:cNvCxnSpPr>
            <p:nvPr/>
          </p:nvCxnSpPr>
          <p:spPr>
            <a:xfrm>
              <a:off x="3827320" y="3348894"/>
              <a:ext cx="0" cy="16021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D1428B8-88E8-4B7F-8442-57BB6884AF7F}"/>
                </a:ext>
              </a:extLst>
            </p:cNvPr>
            <p:cNvCxnSpPr>
              <a:cxnSpLocks/>
            </p:cNvCxnSpPr>
            <p:nvPr/>
          </p:nvCxnSpPr>
          <p:spPr>
            <a:xfrm>
              <a:off x="3993575" y="3312985"/>
              <a:ext cx="0" cy="232029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17C341F-4AAB-4B4D-B7EE-7B7AE0D19DE8}"/>
                </a:ext>
              </a:extLst>
            </p:cNvPr>
            <p:cNvCxnSpPr/>
            <p:nvPr/>
          </p:nvCxnSpPr>
          <p:spPr>
            <a:xfrm>
              <a:off x="415983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ABD2F1F-58E5-49EC-8ED5-636D22E3DEF0}"/>
                </a:ext>
              </a:extLst>
            </p:cNvPr>
            <p:cNvCxnSpPr>
              <a:cxnSpLocks/>
            </p:cNvCxnSpPr>
            <p:nvPr/>
          </p:nvCxnSpPr>
          <p:spPr>
            <a:xfrm>
              <a:off x="432608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564CA11D-4514-4CA4-AB30-BCBEA26A9B7E}"/>
              </a:ext>
            </a:extLst>
          </p:cNvPr>
          <p:cNvSpPr/>
          <p:nvPr/>
        </p:nvSpPr>
        <p:spPr>
          <a:xfrm>
            <a:off x="3027500" y="2423525"/>
            <a:ext cx="1275434" cy="12754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3B25904-71E6-4468-BD8C-F27EA370719D}"/>
              </a:ext>
            </a:extLst>
          </p:cNvPr>
          <p:cNvGrpSpPr/>
          <p:nvPr/>
        </p:nvGrpSpPr>
        <p:grpSpPr>
          <a:xfrm>
            <a:off x="7173478" y="2932831"/>
            <a:ext cx="549136" cy="227430"/>
            <a:chOff x="3162300" y="3290887"/>
            <a:chExt cx="1163785" cy="276225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C96C9FF-C837-4BD7-9E36-C488D65CE291}"/>
                </a:ext>
              </a:extLst>
            </p:cNvPr>
            <p:cNvCxnSpPr/>
            <p:nvPr/>
          </p:nvCxnSpPr>
          <p:spPr>
            <a:xfrm>
              <a:off x="316230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831A6E4-DC39-4D3F-8530-4EBDFD679BF2}"/>
                </a:ext>
              </a:extLst>
            </p:cNvPr>
            <p:cNvCxnSpPr>
              <a:cxnSpLocks/>
            </p:cNvCxnSpPr>
            <p:nvPr/>
          </p:nvCxnSpPr>
          <p:spPr>
            <a:xfrm>
              <a:off x="332855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FC9DEDE-3A3D-44D5-864C-97163710FE58}"/>
                </a:ext>
              </a:extLst>
            </p:cNvPr>
            <p:cNvCxnSpPr>
              <a:cxnSpLocks/>
            </p:cNvCxnSpPr>
            <p:nvPr/>
          </p:nvCxnSpPr>
          <p:spPr>
            <a:xfrm>
              <a:off x="3494810" y="3357181"/>
              <a:ext cx="0" cy="143637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AE7E227-8F4A-49E9-98BF-980099FD303F}"/>
                </a:ext>
              </a:extLst>
            </p:cNvPr>
            <p:cNvCxnSpPr>
              <a:cxnSpLocks/>
            </p:cNvCxnSpPr>
            <p:nvPr/>
          </p:nvCxnSpPr>
          <p:spPr>
            <a:xfrm>
              <a:off x="3661065" y="3307461"/>
              <a:ext cx="0" cy="243078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CF41530-F409-4E0F-8AC3-6B55C450DF28}"/>
                </a:ext>
              </a:extLst>
            </p:cNvPr>
            <p:cNvCxnSpPr>
              <a:cxnSpLocks/>
            </p:cNvCxnSpPr>
            <p:nvPr/>
          </p:nvCxnSpPr>
          <p:spPr>
            <a:xfrm>
              <a:off x="3827320" y="3348894"/>
              <a:ext cx="0" cy="16021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83E6AF9-AAFA-4E6B-A577-22D72D13E3A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575" y="3312985"/>
              <a:ext cx="0" cy="232029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EC33B84-28A0-4BF2-800F-895A84244469}"/>
                </a:ext>
              </a:extLst>
            </p:cNvPr>
            <p:cNvCxnSpPr/>
            <p:nvPr/>
          </p:nvCxnSpPr>
          <p:spPr>
            <a:xfrm>
              <a:off x="415983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48AA691-39FA-4DB6-B3FC-FE417990BA29}"/>
                </a:ext>
              </a:extLst>
            </p:cNvPr>
            <p:cNvCxnSpPr>
              <a:cxnSpLocks/>
            </p:cNvCxnSpPr>
            <p:nvPr/>
          </p:nvCxnSpPr>
          <p:spPr>
            <a:xfrm>
              <a:off x="432608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椭圆 21">
            <a:extLst>
              <a:ext uri="{FF2B5EF4-FFF2-40B4-BE49-F238E27FC236}">
                <a16:creationId xmlns:a16="http://schemas.microsoft.com/office/drawing/2014/main" id="{BB225600-AF28-4767-B573-8F5D0051C708}"/>
              </a:ext>
            </a:extLst>
          </p:cNvPr>
          <p:cNvSpPr/>
          <p:nvPr/>
        </p:nvSpPr>
        <p:spPr>
          <a:xfrm>
            <a:off x="7889068" y="2395761"/>
            <a:ext cx="1275434" cy="12754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A2BCA8F-E92C-4886-99F5-BEFEE66A7AD6}"/>
              </a:ext>
            </a:extLst>
          </p:cNvPr>
          <p:cNvGrpSpPr/>
          <p:nvPr/>
        </p:nvGrpSpPr>
        <p:grpSpPr>
          <a:xfrm>
            <a:off x="9330955" y="2960595"/>
            <a:ext cx="549136" cy="227430"/>
            <a:chOff x="3162300" y="3290887"/>
            <a:chExt cx="1163785" cy="276225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5F8F352-23BB-47B3-AAAF-10EF1B04EFB4}"/>
                </a:ext>
              </a:extLst>
            </p:cNvPr>
            <p:cNvCxnSpPr/>
            <p:nvPr/>
          </p:nvCxnSpPr>
          <p:spPr>
            <a:xfrm>
              <a:off x="316230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45B5BEE-8960-4939-9AB5-195B4E17BE9A}"/>
                </a:ext>
              </a:extLst>
            </p:cNvPr>
            <p:cNvCxnSpPr>
              <a:cxnSpLocks/>
            </p:cNvCxnSpPr>
            <p:nvPr/>
          </p:nvCxnSpPr>
          <p:spPr>
            <a:xfrm>
              <a:off x="332855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39818EF-5262-47D9-9A84-6D1F5E80ABBA}"/>
                </a:ext>
              </a:extLst>
            </p:cNvPr>
            <p:cNvCxnSpPr>
              <a:cxnSpLocks/>
            </p:cNvCxnSpPr>
            <p:nvPr/>
          </p:nvCxnSpPr>
          <p:spPr>
            <a:xfrm>
              <a:off x="3494810" y="3357181"/>
              <a:ext cx="0" cy="143637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1428233-CBC9-426A-A9DA-69E0C9401B5F}"/>
                </a:ext>
              </a:extLst>
            </p:cNvPr>
            <p:cNvCxnSpPr>
              <a:cxnSpLocks/>
            </p:cNvCxnSpPr>
            <p:nvPr/>
          </p:nvCxnSpPr>
          <p:spPr>
            <a:xfrm>
              <a:off x="3661065" y="3307461"/>
              <a:ext cx="0" cy="243078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4CA5203-DDF6-45D4-BF62-C6D126DBF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27320" y="3348894"/>
              <a:ext cx="0" cy="16021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5EA6FEC-E20C-4DF3-8DF1-8601F9B0BDA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575" y="3312985"/>
              <a:ext cx="0" cy="232029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9A5A0DB-4EA5-4C27-88AC-411D1A4654C0}"/>
                </a:ext>
              </a:extLst>
            </p:cNvPr>
            <p:cNvCxnSpPr/>
            <p:nvPr/>
          </p:nvCxnSpPr>
          <p:spPr>
            <a:xfrm>
              <a:off x="415983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077966F-82B9-402C-8CFB-0B1636FF058B}"/>
                </a:ext>
              </a:extLst>
            </p:cNvPr>
            <p:cNvCxnSpPr>
              <a:cxnSpLocks/>
            </p:cNvCxnSpPr>
            <p:nvPr/>
          </p:nvCxnSpPr>
          <p:spPr>
            <a:xfrm>
              <a:off x="432608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4EC6FD53-A699-4F61-A1EC-21373E498894}"/>
              </a:ext>
            </a:extLst>
          </p:cNvPr>
          <p:cNvSpPr/>
          <p:nvPr/>
        </p:nvSpPr>
        <p:spPr>
          <a:xfrm>
            <a:off x="10046544" y="2423525"/>
            <a:ext cx="1275434" cy="12754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60130E-A6AD-486A-9C8F-0DD1929D2F01}"/>
              </a:ext>
            </a:extLst>
          </p:cNvPr>
          <p:cNvGrpSpPr/>
          <p:nvPr/>
        </p:nvGrpSpPr>
        <p:grpSpPr>
          <a:xfrm>
            <a:off x="2311910" y="2901463"/>
            <a:ext cx="549136" cy="227430"/>
            <a:chOff x="3162300" y="3290887"/>
            <a:chExt cx="1163785" cy="276225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A5608C9-E5F4-4FA0-958D-2D2901CB2F30}"/>
                </a:ext>
              </a:extLst>
            </p:cNvPr>
            <p:cNvCxnSpPr/>
            <p:nvPr/>
          </p:nvCxnSpPr>
          <p:spPr>
            <a:xfrm>
              <a:off x="316230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93E02DB-45F9-49F2-B257-FB63639EA381}"/>
                </a:ext>
              </a:extLst>
            </p:cNvPr>
            <p:cNvCxnSpPr>
              <a:cxnSpLocks/>
            </p:cNvCxnSpPr>
            <p:nvPr/>
          </p:nvCxnSpPr>
          <p:spPr>
            <a:xfrm>
              <a:off x="332855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C740F19-094B-45CE-94B1-FA4BC664CBCD}"/>
                </a:ext>
              </a:extLst>
            </p:cNvPr>
            <p:cNvCxnSpPr>
              <a:cxnSpLocks/>
            </p:cNvCxnSpPr>
            <p:nvPr/>
          </p:nvCxnSpPr>
          <p:spPr>
            <a:xfrm>
              <a:off x="3494810" y="3357181"/>
              <a:ext cx="0" cy="143637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0F7023A-DC84-4846-800D-8320E9807F94}"/>
                </a:ext>
              </a:extLst>
            </p:cNvPr>
            <p:cNvCxnSpPr>
              <a:cxnSpLocks/>
            </p:cNvCxnSpPr>
            <p:nvPr/>
          </p:nvCxnSpPr>
          <p:spPr>
            <a:xfrm>
              <a:off x="3661065" y="3307461"/>
              <a:ext cx="0" cy="243078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CBCDA75-91E6-4F91-BF04-4AE5CFB01AB5}"/>
                </a:ext>
              </a:extLst>
            </p:cNvPr>
            <p:cNvCxnSpPr>
              <a:cxnSpLocks/>
            </p:cNvCxnSpPr>
            <p:nvPr/>
          </p:nvCxnSpPr>
          <p:spPr>
            <a:xfrm>
              <a:off x="3827320" y="3348894"/>
              <a:ext cx="0" cy="16021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A2B429E-4D34-4416-83F0-BCBADD266887}"/>
                </a:ext>
              </a:extLst>
            </p:cNvPr>
            <p:cNvCxnSpPr>
              <a:cxnSpLocks/>
            </p:cNvCxnSpPr>
            <p:nvPr/>
          </p:nvCxnSpPr>
          <p:spPr>
            <a:xfrm>
              <a:off x="3993575" y="3312985"/>
              <a:ext cx="0" cy="232029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A2334D1-6ED5-447B-973C-80624CC521A7}"/>
                </a:ext>
              </a:extLst>
            </p:cNvPr>
            <p:cNvCxnSpPr/>
            <p:nvPr/>
          </p:nvCxnSpPr>
          <p:spPr>
            <a:xfrm>
              <a:off x="4159830" y="3290887"/>
              <a:ext cx="0" cy="276225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F9D83C4-9E45-47D7-BB79-60B884A5CF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6085" y="3324034"/>
              <a:ext cx="0" cy="209931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椭圆 41">
            <a:extLst>
              <a:ext uri="{FF2B5EF4-FFF2-40B4-BE49-F238E27FC236}">
                <a16:creationId xmlns:a16="http://schemas.microsoft.com/office/drawing/2014/main" id="{CBF8E910-A2C3-4707-9CBB-66C7FE81207E}"/>
              </a:ext>
            </a:extLst>
          </p:cNvPr>
          <p:cNvSpPr/>
          <p:nvPr/>
        </p:nvSpPr>
        <p:spPr>
          <a:xfrm>
            <a:off x="870023" y="2392157"/>
            <a:ext cx="1275434" cy="12754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A452AB5-452D-4BE6-BBF0-75762300960D}"/>
              </a:ext>
            </a:extLst>
          </p:cNvPr>
          <p:cNvSpPr/>
          <p:nvPr/>
        </p:nvSpPr>
        <p:spPr>
          <a:xfrm>
            <a:off x="5184976" y="2122453"/>
            <a:ext cx="1822050" cy="18220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7B99CC3-AB66-499B-99C7-6BB1A7FD055F}"/>
              </a:ext>
            </a:extLst>
          </p:cNvPr>
          <p:cNvGrpSpPr/>
          <p:nvPr/>
        </p:nvGrpSpPr>
        <p:grpSpPr>
          <a:xfrm>
            <a:off x="772834" y="4976542"/>
            <a:ext cx="1472568" cy="647017"/>
            <a:chOff x="530492" y="5029206"/>
            <a:chExt cx="1539608" cy="565115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742AE8B-6F34-4C99-BECC-0036CD945C56}"/>
                </a:ext>
              </a:extLst>
            </p:cNvPr>
            <p:cNvSpPr/>
            <p:nvPr/>
          </p:nvSpPr>
          <p:spPr>
            <a:xfrm>
              <a:off x="634987" y="5029206"/>
              <a:ext cx="1330618" cy="2808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5AB2FBE-EB60-4770-8E84-201B73F8C22C}"/>
                </a:ext>
              </a:extLst>
            </p:cNvPr>
            <p:cNvSpPr/>
            <p:nvPr/>
          </p:nvSpPr>
          <p:spPr>
            <a:xfrm>
              <a:off x="530492" y="5381674"/>
              <a:ext cx="1539608" cy="2126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D818BF3-2BF5-4530-9826-02D1B460FFE3}"/>
              </a:ext>
            </a:extLst>
          </p:cNvPr>
          <p:cNvGrpSpPr/>
          <p:nvPr/>
        </p:nvGrpSpPr>
        <p:grpSpPr>
          <a:xfrm>
            <a:off x="2928932" y="4976542"/>
            <a:ext cx="1472568" cy="647017"/>
            <a:chOff x="530492" y="5029206"/>
            <a:chExt cx="1539608" cy="565115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86F31FA-307C-4DB8-80B1-D66D4996D547}"/>
                </a:ext>
              </a:extLst>
            </p:cNvPr>
            <p:cNvSpPr/>
            <p:nvPr/>
          </p:nvSpPr>
          <p:spPr>
            <a:xfrm>
              <a:off x="634987" y="5029206"/>
              <a:ext cx="1330618" cy="2808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259F7AC-908C-4994-8662-201BD406B062}"/>
                </a:ext>
              </a:extLst>
            </p:cNvPr>
            <p:cNvSpPr/>
            <p:nvPr/>
          </p:nvSpPr>
          <p:spPr>
            <a:xfrm>
              <a:off x="530492" y="5381674"/>
              <a:ext cx="1539608" cy="2126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A750EDE9-1A75-4B49-9686-616D5D2EA587}"/>
              </a:ext>
            </a:extLst>
          </p:cNvPr>
          <p:cNvGrpSpPr/>
          <p:nvPr/>
        </p:nvGrpSpPr>
        <p:grpSpPr>
          <a:xfrm>
            <a:off x="7790500" y="4976542"/>
            <a:ext cx="1472568" cy="647017"/>
            <a:chOff x="530492" y="5029206"/>
            <a:chExt cx="1539608" cy="565115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7539BFC-22B1-46DE-A673-4C85902489AF}"/>
                </a:ext>
              </a:extLst>
            </p:cNvPr>
            <p:cNvSpPr/>
            <p:nvPr/>
          </p:nvSpPr>
          <p:spPr>
            <a:xfrm>
              <a:off x="634987" y="5029206"/>
              <a:ext cx="1330618" cy="2808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62C2337E-AB7A-4EEB-B485-D215585D352A}"/>
                </a:ext>
              </a:extLst>
            </p:cNvPr>
            <p:cNvSpPr/>
            <p:nvPr/>
          </p:nvSpPr>
          <p:spPr>
            <a:xfrm>
              <a:off x="530492" y="5381674"/>
              <a:ext cx="1539608" cy="2126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31FC364-9987-495D-BC1B-7A944A3E0898}"/>
              </a:ext>
            </a:extLst>
          </p:cNvPr>
          <p:cNvGrpSpPr/>
          <p:nvPr/>
        </p:nvGrpSpPr>
        <p:grpSpPr>
          <a:xfrm>
            <a:off x="9946598" y="4976542"/>
            <a:ext cx="1472568" cy="647017"/>
            <a:chOff x="530492" y="5029206"/>
            <a:chExt cx="1539608" cy="565115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EA3FECA-72B6-4089-BDE5-E1C1172FC40F}"/>
                </a:ext>
              </a:extLst>
            </p:cNvPr>
            <p:cNvSpPr/>
            <p:nvPr/>
          </p:nvSpPr>
          <p:spPr>
            <a:xfrm>
              <a:off x="634987" y="5029206"/>
              <a:ext cx="1330618" cy="2808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6B53F0FD-0AD9-4ECF-8E7D-08852C563C61}"/>
                </a:ext>
              </a:extLst>
            </p:cNvPr>
            <p:cNvSpPr/>
            <p:nvPr/>
          </p:nvSpPr>
          <p:spPr>
            <a:xfrm>
              <a:off x="530492" y="5381674"/>
              <a:ext cx="1539608" cy="2126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B1CD1371-2E8E-4D48-9C8A-DB7235D2F95E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353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>
            <a:extLst>
              <a:ext uri="{FF2B5EF4-FFF2-40B4-BE49-F238E27FC236}">
                <a16:creationId xmlns:a16="http://schemas.microsoft.com/office/drawing/2014/main" id="{CC2890DA-C7FE-48AA-B0D1-FE620C5A25D7}"/>
              </a:ext>
            </a:extLst>
          </p:cNvPr>
          <p:cNvSpPr/>
          <p:nvPr/>
        </p:nvSpPr>
        <p:spPr>
          <a:xfrm flipH="1">
            <a:off x="3816590" y="1194665"/>
            <a:ext cx="4468669" cy="4468669"/>
          </a:xfrm>
          <a:prstGeom prst="ellipse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>
            <a:glow>
              <a:schemeClr val="accent1">
                <a:alpha val="16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D2E29589-5ABE-4107-8428-6D90F0CC968B}"/>
              </a:ext>
            </a:extLst>
          </p:cNvPr>
          <p:cNvSpPr/>
          <p:nvPr/>
        </p:nvSpPr>
        <p:spPr>
          <a:xfrm flipH="1">
            <a:off x="4350466" y="1728541"/>
            <a:ext cx="3400918" cy="3400918"/>
          </a:xfrm>
          <a:prstGeom prst="ellipse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>
            <a:glow>
              <a:schemeClr val="accent1">
                <a:alpha val="16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7C41DA53-017D-4115-8AD7-3BDFC13405E5}"/>
              </a:ext>
            </a:extLst>
          </p:cNvPr>
          <p:cNvSpPr/>
          <p:nvPr/>
        </p:nvSpPr>
        <p:spPr>
          <a:xfrm flipH="1">
            <a:off x="5025676" y="2403750"/>
            <a:ext cx="2050498" cy="20504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D3E648BD-8559-4624-A55E-FA31F9DBD67D}"/>
              </a:ext>
            </a:extLst>
          </p:cNvPr>
          <p:cNvSpPr/>
          <p:nvPr/>
        </p:nvSpPr>
        <p:spPr>
          <a:xfrm flipH="1">
            <a:off x="2635545" y="2961573"/>
            <a:ext cx="934854" cy="93485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07D90A57-5C40-4574-AFE0-3412A70136E2}"/>
              </a:ext>
            </a:extLst>
          </p:cNvPr>
          <p:cNvSpPr/>
          <p:nvPr/>
        </p:nvSpPr>
        <p:spPr>
          <a:xfrm flipH="1">
            <a:off x="3191320" y="4818174"/>
            <a:ext cx="934854" cy="93485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E8A35F14-FD87-42BC-B146-38A93A2BE363}"/>
              </a:ext>
            </a:extLst>
          </p:cNvPr>
          <p:cNvSpPr/>
          <p:nvPr/>
        </p:nvSpPr>
        <p:spPr>
          <a:xfrm flipH="1">
            <a:off x="7574924" y="4699053"/>
            <a:ext cx="934854" cy="93485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9C568100-0DA4-4E06-B836-EF11A5C39FBD}"/>
              </a:ext>
            </a:extLst>
          </p:cNvPr>
          <p:cNvSpPr/>
          <p:nvPr/>
        </p:nvSpPr>
        <p:spPr>
          <a:xfrm flipH="1">
            <a:off x="7589738" y="966724"/>
            <a:ext cx="934854" cy="93485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41">
            <a:extLst>
              <a:ext uri="{FF2B5EF4-FFF2-40B4-BE49-F238E27FC236}">
                <a16:creationId xmlns:a16="http://schemas.microsoft.com/office/drawing/2014/main" id="{BC34B574-975E-4DE6-87B8-BF3F9E95C020}"/>
              </a:ext>
            </a:extLst>
          </p:cNvPr>
          <p:cNvSpPr/>
          <p:nvPr/>
        </p:nvSpPr>
        <p:spPr>
          <a:xfrm flipH="1">
            <a:off x="9019623" y="2934054"/>
            <a:ext cx="934854" cy="934854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30200" dist="38100" dir="2700000" sx="106000" sy="106000" algn="tl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48">
            <a:extLst>
              <a:ext uri="{FF2B5EF4-FFF2-40B4-BE49-F238E27FC236}">
                <a16:creationId xmlns:a16="http://schemas.microsoft.com/office/drawing/2014/main" id="{E18AAB96-2336-4C0D-97BA-E0135968C1A8}"/>
              </a:ext>
            </a:extLst>
          </p:cNvPr>
          <p:cNvCxnSpPr>
            <a:stCxn id="4" idx="1"/>
            <a:endCxn id="8" idx="5"/>
          </p:cNvCxnSpPr>
          <p:nvPr/>
        </p:nvCxnSpPr>
        <p:spPr>
          <a:xfrm flipV="1">
            <a:off x="6775886" y="1764672"/>
            <a:ext cx="950758" cy="939366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3">
            <a:extLst>
              <a:ext uri="{FF2B5EF4-FFF2-40B4-BE49-F238E27FC236}">
                <a16:creationId xmlns:a16="http://schemas.microsoft.com/office/drawing/2014/main" id="{394DE24D-360A-4E56-9FA2-1B92570A3648}"/>
              </a:ext>
            </a:extLst>
          </p:cNvPr>
          <p:cNvCxnSpPr>
            <a:stCxn id="4" idx="5"/>
            <a:endCxn id="6" idx="1"/>
          </p:cNvCxnSpPr>
          <p:nvPr/>
        </p:nvCxnSpPr>
        <p:spPr>
          <a:xfrm flipH="1">
            <a:off x="3989268" y="4153960"/>
            <a:ext cx="1336696" cy="80112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7">
            <a:extLst>
              <a:ext uri="{FF2B5EF4-FFF2-40B4-BE49-F238E27FC236}">
                <a16:creationId xmlns:a16="http://schemas.microsoft.com/office/drawing/2014/main" id="{126CA2F8-F3B1-42A3-B599-B8CB795CEA86}"/>
              </a:ext>
            </a:extLst>
          </p:cNvPr>
          <p:cNvCxnSpPr>
            <a:stCxn id="4" idx="2"/>
            <a:endCxn id="28" idx="6"/>
          </p:cNvCxnSpPr>
          <p:nvPr/>
        </p:nvCxnSpPr>
        <p:spPr>
          <a:xfrm flipV="1">
            <a:off x="7076174" y="3401481"/>
            <a:ext cx="1943449" cy="27518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60">
            <a:extLst>
              <a:ext uri="{FF2B5EF4-FFF2-40B4-BE49-F238E27FC236}">
                <a16:creationId xmlns:a16="http://schemas.microsoft.com/office/drawing/2014/main" id="{701945C6-CD8D-40D7-930A-D18042FC3CFC}"/>
              </a:ext>
            </a:extLst>
          </p:cNvPr>
          <p:cNvCxnSpPr>
            <a:stCxn id="5" idx="2"/>
            <a:endCxn id="4" idx="6"/>
          </p:cNvCxnSpPr>
          <p:nvPr/>
        </p:nvCxnSpPr>
        <p:spPr>
          <a:xfrm flipV="1">
            <a:off x="3570399" y="3428999"/>
            <a:ext cx="1455277" cy="1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66">
            <a:extLst>
              <a:ext uri="{FF2B5EF4-FFF2-40B4-BE49-F238E27FC236}">
                <a16:creationId xmlns:a16="http://schemas.microsoft.com/office/drawing/2014/main" id="{FA0CFCB7-5DF9-4531-B94C-24D0BDC08E5F}"/>
              </a:ext>
            </a:extLst>
          </p:cNvPr>
          <p:cNvCxnSpPr>
            <a:stCxn id="7" idx="7"/>
            <a:endCxn id="4" idx="3"/>
          </p:cNvCxnSpPr>
          <p:nvPr/>
        </p:nvCxnSpPr>
        <p:spPr>
          <a:xfrm flipH="1" flipV="1">
            <a:off x="6775886" y="4153960"/>
            <a:ext cx="935944" cy="681999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01F84A8-2040-493B-97FA-8F9E274B2923}"/>
              </a:ext>
            </a:extLst>
          </p:cNvPr>
          <p:cNvGrpSpPr/>
          <p:nvPr/>
        </p:nvGrpSpPr>
        <p:grpSpPr>
          <a:xfrm>
            <a:off x="815612" y="3202118"/>
            <a:ext cx="1553242" cy="584461"/>
            <a:chOff x="1540357" y="5119339"/>
            <a:chExt cx="3607052" cy="584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5B45CFA-4780-41AA-B157-28A86F5599FB}"/>
                </a:ext>
              </a:extLst>
            </p:cNvPr>
            <p:cNvSpPr/>
            <p:nvPr/>
          </p:nvSpPr>
          <p:spPr>
            <a:xfrm>
              <a:off x="1540357" y="5539107"/>
              <a:ext cx="3602232" cy="1646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7B39FE7-8ACD-4A1E-936D-FF569932D40F}"/>
                </a:ext>
              </a:extLst>
            </p:cNvPr>
            <p:cNvSpPr/>
            <p:nvPr/>
          </p:nvSpPr>
          <p:spPr>
            <a:xfrm>
              <a:off x="1545185" y="5119339"/>
              <a:ext cx="3602224" cy="3214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40FA067-0B74-4172-9DFD-78BC35B50A09}"/>
              </a:ext>
            </a:extLst>
          </p:cNvPr>
          <p:cNvGrpSpPr/>
          <p:nvPr/>
        </p:nvGrpSpPr>
        <p:grpSpPr>
          <a:xfrm>
            <a:off x="1391430" y="5097752"/>
            <a:ext cx="1553242" cy="584461"/>
            <a:chOff x="1540357" y="5119339"/>
            <a:chExt cx="3607052" cy="584461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5C392AA-D5EA-4B72-AE5C-CBD13475E484}"/>
                </a:ext>
              </a:extLst>
            </p:cNvPr>
            <p:cNvSpPr/>
            <p:nvPr/>
          </p:nvSpPr>
          <p:spPr>
            <a:xfrm>
              <a:off x="1540357" y="5539107"/>
              <a:ext cx="3602232" cy="1646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2D120CD-F178-4F20-8A28-4E42578194FF}"/>
                </a:ext>
              </a:extLst>
            </p:cNvPr>
            <p:cNvSpPr/>
            <p:nvPr/>
          </p:nvSpPr>
          <p:spPr>
            <a:xfrm>
              <a:off x="1545185" y="5119339"/>
              <a:ext cx="3602224" cy="3214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E62A9F2-DC3F-4D5B-8F2C-2532B3BE1ADE}"/>
              </a:ext>
            </a:extLst>
          </p:cNvPr>
          <p:cNvGrpSpPr/>
          <p:nvPr/>
        </p:nvGrpSpPr>
        <p:grpSpPr>
          <a:xfrm>
            <a:off x="8688236" y="5255832"/>
            <a:ext cx="1553242" cy="584461"/>
            <a:chOff x="1540357" y="5119339"/>
            <a:chExt cx="3607052" cy="58446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C6C39EA-C253-49CE-B621-342892934CB8}"/>
                </a:ext>
              </a:extLst>
            </p:cNvPr>
            <p:cNvSpPr/>
            <p:nvPr/>
          </p:nvSpPr>
          <p:spPr>
            <a:xfrm>
              <a:off x="1540357" y="5539107"/>
              <a:ext cx="3602232" cy="1646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4B8B12A-2AD0-465D-BC2F-EDD8C1E5BDBE}"/>
                </a:ext>
              </a:extLst>
            </p:cNvPr>
            <p:cNvSpPr/>
            <p:nvPr/>
          </p:nvSpPr>
          <p:spPr>
            <a:xfrm>
              <a:off x="1545185" y="5119339"/>
              <a:ext cx="3602224" cy="3214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34ADB2E-ECBC-469A-9D8A-DE70D56EA212}"/>
              </a:ext>
            </a:extLst>
          </p:cNvPr>
          <p:cNvGrpSpPr/>
          <p:nvPr/>
        </p:nvGrpSpPr>
        <p:grpSpPr>
          <a:xfrm>
            <a:off x="10141876" y="3219712"/>
            <a:ext cx="1553242" cy="584461"/>
            <a:chOff x="1540357" y="5119339"/>
            <a:chExt cx="3607052" cy="584461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128F0CA-C929-4B15-9CFD-EC0B35FC405F}"/>
                </a:ext>
              </a:extLst>
            </p:cNvPr>
            <p:cNvSpPr/>
            <p:nvPr/>
          </p:nvSpPr>
          <p:spPr>
            <a:xfrm>
              <a:off x="1540357" y="5539107"/>
              <a:ext cx="3602232" cy="1646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61DD865-76E3-4BED-8EF4-4720D0267253}"/>
                </a:ext>
              </a:extLst>
            </p:cNvPr>
            <p:cNvSpPr/>
            <p:nvPr/>
          </p:nvSpPr>
          <p:spPr>
            <a:xfrm>
              <a:off x="1545185" y="5119339"/>
              <a:ext cx="3602224" cy="3214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B0F14D9-73CA-4A7E-9D35-9D0298436CD4}"/>
              </a:ext>
            </a:extLst>
          </p:cNvPr>
          <p:cNvGrpSpPr/>
          <p:nvPr/>
        </p:nvGrpSpPr>
        <p:grpSpPr>
          <a:xfrm>
            <a:off x="8717248" y="1137865"/>
            <a:ext cx="1553242" cy="584461"/>
            <a:chOff x="1540357" y="5119339"/>
            <a:chExt cx="3607052" cy="584461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F113446-71DA-4330-BBC4-A2196FF998FE}"/>
                </a:ext>
              </a:extLst>
            </p:cNvPr>
            <p:cNvSpPr/>
            <p:nvPr/>
          </p:nvSpPr>
          <p:spPr>
            <a:xfrm>
              <a:off x="1540357" y="5539107"/>
              <a:ext cx="3602232" cy="16469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E1DDA40-8255-45E6-9168-F3022E45A6EC}"/>
                </a:ext>
              </a:extLst>
            </p:cNvPr>
            <p:cNvSpPr/>
            <p:nvPr/>
          </p:nvSpPr>
          <p:spPr>
            <a:xfrm>
              <a:off x="1545185" y="5119339"/>
              <a:ext cx="3602224" cy="3214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5222F69A-713A-45FB-A28D-84BF1DD5242F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300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83FBF03-1D12-49C6-9E4F-2EA830FC854C}"/>
              </a:ext>
            </a:extLst>
          </p:cNvPr>
          <p:cNvSpPr/>
          <p:nvPr/>
        </p:nvSpPr>
        <p:spPr>
          <a:xfrm>
            <a:off x="1120971" y="1573143"/>
            <a:ext cx="3706166" cy="3706166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20700" dist="228600" dir="5400000" algn="t" rotWithShape="0">
              <a:srgbClr val="EFC49C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7A66007-ED4E-42C4-A832-C34A27DBB017}"/>
              </a:ext>
            </a:extLst>
          </p:cNvPr>
          <p:cNvSpPr/>
          <p:nvPr/>
        </p:nvSpPr>
        <p:spPr>
          <a:xfrm>
            <a:off x="-924332" y="-472160"/>
            <a:ext cx="7796770" cy="7796770"/>
          </a:xfrm>
          <a:prstGeom prst="ellipse">
            <a:avLst/>
          </a:prstGeom>
          <a:noFill/>
          <a:ln w="28575" cap="flat" cmpd="sng" algn="ctr">
            <a:gradFill>
              <a:gsLst>
                <a:gs pos="0">
                  <a:schemeClr val="accent1"/>
                </a:gs>
                <a:gs pos="87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5119210-2D8E-480F-837F-9CAFD79AE1FD}"/>
              </a:ext>
            </a:extLst>
          </p:cNvPr>
          <p:cNvSpPr/>
          <p:nvPr/>
        </p:nvSpPr>
        <p:spPr>
          <a:xfrm>
            <a:off x="-9331" y="442841"/>
            <a:ext cx="5966768" cy="5966768"/>
          </a:xfrm>
          <a:prstGeom prst="ellipse">
            <a:avLst/>
          </a:prstGeom>
          <a:noFill/>
          <a:ln w="12700" cap="flat" cmpd="sng" algn="ctr">
            <a:gradFill flip="none" rotWithShape="1">
              <a:gsLst>
                <a:gs pos="0">
                  <a:schemeClr val="accent1"/>
                </a:gs>
                <a:gs pos="87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6A7E52D-DA29-46E2-AD3D-9C7F843694BA}"/>
              </a:ext>
            </a:extLst>
          </p:cNvPr>
          <p:cNvSpPr/>
          <p:nvPr/>
        </p:nvSpPr>
        <p:spPr>
          <a:xfrm>
            <a:off x="-5592585" y="-5140413"/>
            <a:ext cx="17133276" cy="17133276"/>
          </a:xfrm>
          <a:prstGeom prst="ellipse">
            <a:avLst/>
          </a:prstGeom>
          <a:noFill/>
          <a:ln w="28575" cap="flat" cmpd="sng" algn="ctr">
            <a:gradFill flip="none" rotWithShape="1">
              <a:gsLst>
                <a:gs pos="0">
                  <a:schemeClr val="accent1"/>
                </a:gs>
                <a:gs pos="96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prstDash val="sysDot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F84590E-87C3-4F19-A200-15111669B4B9}"/>
              </a:ext>
            </a:extLst>
          </p:cNvPr>
          <p:cNvSpPr/>
          <p:nvPr/>
        </p:nvSpPr>
        <p:spPr>
          <a:xfrm>
            <a:off x="-5886053" y="-5433881"/>
            <a:ext cx="17720212" cy="17720212"/>
          </a:xfrm>
          <a:prstGeom prst="ellipse">
            <a:avLst/>
          </a:prstGeom>
          <a:noFill/>
          <a:ln w="12700" cap="flat" cmpd="sng" algn="ctr">
            <a:gradFill flip="none" rotWithShape="1">
              <a:gsLst>
                <a:gs pos="0">
                  <a:schemeClr val="accent1"/>
                </a:gs>
                <a:gs pos="4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E58B868-C4A4-4A82-9063-F816D9698130}"/>
              </a:ext>
            </a:extLst>
          </p:cNvPr>
          <p:cNvGrpSpPr/>
          <p:nvPr/>
        </p:nvGrpSpPr>
        <p:grpSpPr>
          <a:xfrm>
            <a:off x="6234565" y="1772744"/>
            <a:ext cx="4480350" cy="884206"/>
            <a:chOff x="6136315" y="742464"/>
            <a:chExt cx="4480350" cy="884206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AFE6B7B-EAA0-411E-ACD7-F3A8C17C040D}"/>
                </a:ext>
              </a:extLst>
            </p:cNvPr>
            <p:cNvSpPr/>
            <p:nvPr/>
          </p:nvSpPr>
          <p:spPr>
            <a:xfrm>
              <a:off x="6136315" y="742464"/>
              <a:ext cx="884206" cy="884206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5A409A7-2E0C-4919-A486-DA2178439835}"/>
                </a:ext>
              </a:extLst>
            </p:cNvPr>
            <p:cNvGrpSpPr/>
            <p:nvPr/>
          </p:nvGrpSpPr>
          <p:grpSpPr>
            <a:xfrm>
              <a:off x="7196546" y="795989"/>
              <a:ext cx="3420119" cy="777154"/>
              <a:chOff x="6716532" y="1010730"/>
              <a:chExt cx="4200526" cy="777154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C564BD8-3EDA-4435-9071-30CCF58E0B2D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9255BFF-E417-4961-BEA7-D16AEBEA05E0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22E117D-F149-4E56-A4AE-56272773C22A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7B27BB1-D64A-48D8-A2BA-E2D88E1B7804}"/>
              </a:ext>
            </a:extLst>
          </p:cNvPr>
          <p:cNvGrpSpPr/>
          <p:nvPr/>
        </p:nvGrpSpPr>
        <p:grpSpPr>
          <a:xfrm>
            <a:off x="6521843" y="2986897"/>
            <a:ext cx="4480350" cy="884206"/>
            <a:chOff x="6136315" y="742464"/>
            <a:chExt cx="4480350" cy="884206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D728615-915C-4A33-867B-9D6C551B0547}"/>
                </a:ext>
              </a:extLst>
            </p:cNvPr>
            <p:cNvSpPr/>
            <p:nvPr/>
          </p:nvSpPr>
          <p:spPr>
            <a:xfrm>
              <a:off x="6136315" y="742464"/>
              <a:ext cx="884206" cy="884206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1F0404B-CEDC-4F28-B01C-A8F209AFCA78}"/>
                </a:ext>
              </a:extLst>
            </p:cNvPr>
            <p:cNvGrpSpPr/>
            <p:nvPr/>
          </p:nvGrpSpPr>
          <p:grpSpPr>
            <a:xfrm>
              <a:off x="7196546" y="795989"/>
              <a:ext cx="3420119" cy="777154"/>
              <a:chOff x="6716532" y="1010730"/>
              <a:chExt cx="4200526" cy="777154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49FA6E3-61C7-4755-927C-CF31DB25BFE8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4EDAFE7-3F8A-4D44-9A1A-F3F2A3AAD127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2FAA13B-95F1-4401-8FD0-64954B057039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415C1F4-57EF-41E9-A1F2-044BE087E0FA}"/>
              </a:ext>
            </a:extLst>
          </p:cNvPr>
          <p:cNvGrpSpPr/>
          <p:nvPr/>
        </p:nvGrpSpPr>
        <p:grpSpPr>
          <a:xfrm>
            <a:off x="6234565" y="4236435"/>
            <a:ext cx="4480350" cy="884206"/>
            <a:chOff x="6136315" y="742464"/>
            <a:chExt cx="4480350" cy="884206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98BE1F9-796B-498E-B0B6-21A6693EC47D}"/>
                </a:ext>
              </a:extLst>
            </p:cNvPr>
            <p:cNvSpPr/>
            <p:nvPr/>
          </p:nvSpPr>
          <p:spPr>
            <a:xfrm>
              <a:off x="6136315" y="742464"/>
              <a:ext cx="884206" cy="884206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ADC19AE-2CB9-4FBF-881D-C355832D4BE6}"/>
                </a:ext>
              </a:extLst>
            </p:cNvPr>
            <p:cNvGrpSpPr/>
            <p:nvPr/>
          </p:nvGrpSpPr>
          <p:grpSpPr>
            <a:xfrm>
              <a:off x="7196546" y="795989"/>
              <a:ext cx="3420119" cy="777154"/>
              <a:chOff x="6716532" y="1010730"/>
              <a:chExt cx="4200526" cy="777154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F44FCE94-72BE-4679-B8A5-6673AF17573F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9591F62-51DA-4B26-A05C-BA9627926855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75DB142-A0C0-41C1-B508-C8CBDD064303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2B63346-757D-4BFA-BB22-DAF6F6E4ACB9}"/>
              </a:ext>
            </a:extLst>
          </p:cNvPr>
          <p:cNvGrpSpPr/>
          <p:nvPr/>
        </p:nvGrpSpPr>
        <p:grpSpPr>
          <a:xfrm>
            <a:off x="5751304" y="520915"/>
            <a:ext cx="4480350" cy="884206"/>
            <a:chOff x="6136315" y="742464"/>
            <a:chExt cx="4480350" cy="884206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94135FB-7450-4DDC-A477-3529B7AE1728}"/>
                </a:ext>
              </a:extLst>
            </p:cNvPr>
            <p:cNvSpPr/>
            <p:nvPr/>
          </p:nvSpPr>
          <p:spPr>
            <a:xfrm>
              <a:off x="6136315" y="742464"/>
              <a:ext cx="884206" cy="884206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463021B-0DBE-4AF5-956D-6B0F85D49478}"/>
                </a:ext>
              </a:extLst>
            </p:cNvPr>
            <p:cNvGrpSpPr/>
            <p:nvPr/>
          </p:nvGrpSpPr>
          <p:grpSpPr>
            <a:xfrm>
              <a:off x="7196546" y="795989"/>
              <a:ext cx="3420119" cy="777154"/>
              <a:chOff x="6716532" y="1010730"/>
              <a:chExt cx="4200526" cy="777154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39213C4-A558-4C66-8CB6-A09EABBA8112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C82A781-76C3-4F43-BBCA-567E82124C36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F63531C-AD85-4404-A3CB-C6B81D841A75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537CFF5-33D7-431E-8D41-C9F2DF790F06}"/>
              </a:ext>
            </a:extLst>
          </p:cNvPr>
          <p:cNvGrpSpPr/>
          <p:nvPr/>
        </p:nvGrpSpPr>
        <p:grpSpPr>
          <a:xfrm>
            <a:off x="5751304" y="5452879"/>
            <a:ext cx="4480350" cy="884206"/>
            <a:chOff x="6136315" y="742464"/>
            <a:chExt cx="4480350" cy="884206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1FF5B37-B18C-4241-8F21-EA383590EAD0}"/>
                </a:ext>
              </a:extLst>
            </p:cNvPr>
            <p:cNvSpPr/>
            <p:nvPr/>
          </p:nvSpPr>
          <p:spPr>
            <a:xfrm>
              <a:off x="6136315" y="742464"/>
              <a:ext cx="884206" cy="884206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44450">
                  <a:noFill/>
                </a:ln>
                <a:blipFill>
                  <a:blip r:embed="rId2"/>
                  <a:tile tx="0" ty="0" sx="100000" sy="100000" flip="none" algn="tl"/>
                </a:blipFill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622270B-F1D5-41DD-BDEE-0A901BE86A8F}"/>
                </a:ext>
              </a:extLst>
            </p:cNvPr>
            <p:cNvGrpSpPr/>
            <p:nvPr/>
          </p:nvGrpSpPr>
          <p:grpSpPr>
            <a:xfrm>
              <a:off x="7196546" y="795989"/>
              <a:ext cx="3420119" cy="777154"/>
              <a:chOff x="6716532" y="1010730"/>
              <a:chExt cx="4200526" cy="777154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8A5D3D1-F52A-4366-8E2D-0B0F2E06D9E6}"/>
                  </a:ext>
                </a:extLst>
              </p:cNvPr>
              <p:cNvSpPr/>
              <p:nvPr/>
            </p:nvSpPr>
            <p:spPr>
              <a:xfrm>
                <a:off x="6716532" y="1468227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3DC525C-D5F9-4DF9-B7D4-7CFAE27314A1}"/>
                  </a:ext>
                </a:extLst>
              </p:cNvPr>
              <p:cNvSpPr/>
              <p:nvPr/>
            </p:nvSpPr>
            <p:spPr>
              <a:xfrm>
                <a:off x="6716532" y="1010730"/>
                <a:ext cx="2623044" cy="3867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F7BFE7C-57BE-427F-84AF-C5AA97F36115}"/>
                  </a:ext>
                </a:extLst>
              </p:cNvPr>
              <p:cNvSpPr/>
              <p:nvPr/>
            </p:nvSpPr>
            <p:spPr>
              <a:xfrm>
                <a:off x="6716532" y="1669943"/>
                <a:ext cx="4200526" cy="1179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208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C849FEB-2FE2-4CB4-ACF5-FD9449D5BFFC}"/>
              </a:ext>
            </a:extLst>
          </p:cNvPr>
          <p:cNvSpPr/>
          <p:nvPr/>
        </p:nvSpPr>
        <p:spPr>
          <a:xfrm>
            <a:off x="4912360" y="2779629"/>
            <a:ext cx="2367280" cy="2367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C78997E-87D5-43DF-9B8E-A06B382DDDEF}"/>
              </a:ext>
            </a:extLst>
          </p:cNvPr>
          <p:cNvSpPr/>
          <p:nvPr/>
        </p:nvSpPr>
        <p:spPr>
          <a:xfrm>
            <a:off x="4274820" y="2142089"/>
            <a:ext cx="3642360" cy="3642360"/>
          </a:xfrm>
          <a:prstGeom prst="ellipse">
            <a:avLst/>
          </a:prstGeom>
          <a:noFill/>
          <a:ln w="31750">
            <a:solidFill>
              <a:schemeClr val="accent1">
                <a:lumMod val="40000"/>
                <a:lumOff val="6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C6E3871-DB12-4F3D-80D1-450180E4486A}"/>
              </a:ext>
            </a:extLst>
          </p:cNvPr>
          <p:cNvSpPr/>
          <p:nvPr/>
        </p:nvSpPr>
        <p:spPr>
          <a:xfrm>
            <a:off x="3161925" y="1034480"/>
            <a:ext cx="5857579" cy="5857579"/>
          </a:xfrm>
          <a:prstGeom prst="ellipse">
            <a:avLst/>
          </a:prstGeom>
          <a:noFill/>
          <a:ln w="254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D492965-C3A2-476F-AC6C-F577BFFBB36A}"/>
              </a:ext>
            </a:extLst>
          </p:cNvPr>
          <p:cNvSpPr/>
          <p:nvPr/>
        </p:nvSpPr>
        <p:spPr>
          <a:xfrm>
            <a:off x="1705721" y="-427010"/>
            <a:ext cx="8780558" cy="8780558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923B065-3CAB-4E46-9C4D-342A341EE689}"/>
              </a:ext>
            </a:extLst>
          </p:cNvPr>
          <p:cNvSpPr/>
          <p:nvPr/>
        </p:nvSpPr>
        <p:spPr>
          <a:xfrm>
            <a:off x="2050785" y="-76660"/>
            <a:ext cx="8079858" cy="8079858"/>
          </a:xfrm>
          <a:prstGeom prst="ellipse">
            <a:avLst/>
          </a:prstGeom>
          <a:noFill/>
          <a:ln w="25400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076D2B0-864E-4008-BD00-1066F766561C}"/>
              </a:ext>
            </a:extLst>
          </p:cNvPr>
          <p:cNvSpPr/>
          <p:nvPr/>
        </p:nvSpPr>
        <p:spPr>
          <a:xfrm>
            <a:off x="1198028" y="1880399"/>
            <a:ext cx="2165904" cy="2165904"/>
          </a:xfrm>
          <a:prstGeom prst="ellipse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98CE64C-B51A-4434-816D-F303B5BA8183}"/>
              </a:ext>
            </a:extLst>
          </p:cNvPr>
          <p:cNvSpPr/>
          <p:nvPr/>
        </p:nvSpPr>
        <p:spPr>
          <a:xfrm>
            <a:off x="2360131" y="4385101"/>
            <a:ext cx="1853207" cy="1853207"/>
          </a:xfrm>
          <a:prstGeom prst="ellipse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FDFE73-452B-41C6-968F-AB20D02494F1}"/>
              </a:ext>
            </a:extLst>
          </p:cNvPr>
          <p:cNvSpPr/>
          <p:nvPr/>
        </p:nvSpPr>
        <p:spPr>
          <a:xfrm flipH="1">
            <a:off x="8524581" y="1218226"/>
            <a:ext cx="1418720" cy="1418720"/>
          </a:xfrm>
          <a:prstGeom prst="ellipse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DC2D3B-41CC-4BD6-B697-97017CAF878A}"/>
              </a:ext>
            </a:extLst>
          </p:cNvPr>
          <p:cNvSpPr/>
          <p:nvPr/>
        </p:nvSpPr>
        <p:spPr>
          <a:xfrm flipH="1">
            <a:off x="9674120" y="3052710"/>
            <a:ext cx="1606992" cy="1606992"/>
          </a:xfrm>
          <a:prstGeom prst="ellipse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090E502-5CA7-40D3-A714-86FAF7A24250}"/>
              </a:ext>
            </a:extLst>
          </p:cNvPr>
          <p:cNvSpPr/>
          <p:nvPr/>
        </p:nvSpPr>
        <p:spPr>
          <a:xfrm flipH="1">
            <a:off x="7873875" y="4931703"/>
            <a:ext cx="1524691" cy="1524691"/>
          </a:xfrm>
          <a:prstGeom prst="ellipse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C92A0BB-C6D4-4EDE-A3B6-B17A22641B70}"/>
              </a:ext>
            </a:extLst>
          </p:cNvPr>
          <p:cNvSpPr/>
          <p:nvPr/>
        </p:nvSpPr>
        <p:spPr>
          <a:xfrm>
            <a:off x="789808" y="4034086"/>
            <a:ext cx="723109" cy="723109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1BE39ED-99AA-42E8-9BA6-37C2D3686304}"/>
              </a:ext>
            </a:extLst>
          </p:cNvPr>
          <p:cNvSpPr/>
          <p:nvPr/>
        </p:nvSpPr>
        <p:spPr>
          <a:xfrm>
            <a:off x="3822167" y="1625128"/>
            <a:ext cx="516962" cy="516962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EE2C1AC-8898-4C5F-9018-AF1CB4631890}"/>
              </a:ext>
            </a:extLst>
          </p:cNvPr>
          <p:cNvSpPr/>
          <p:nvPr/>
        </p:nvSpPr>
        <p:spPr>
          <a:xfrm>
            <a:off x="7977717" y="2878723"/>
            <a:ext cx="516962" cy="516962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380F6D2-739D-4075-A721-6E7753C9FBC8}"/>
              </a:ext>
            </a:extLst>
          </p:cNvPr>
          <p:cNvSpPr/>
          <p:nvPr/>
        </p:nvSpPr>
        <p:spPr>
          <a:xfrm>
            <a:off x="10589106" y="1522532"/>
            <a:ext cx="405054" cy="405054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A336597-A76A-4FB1-B01B-DBB37B77690E}"/>
              </a:ext>
            </a:extLst>
          </p:cNvPr>
          <p:cNvSpPr/>
          <p:nvPr/>
        </p:nvSpPr>
        <p:spPr>
          <a:xfrm>
            <a:off x="10333365" y="5334819"/>
            <a:ext cx="305827" cy="305827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CE3974-BEFE-431D-B4A3-50C17ACA74EC}"/>
              </a:ext>
            </a:extLst>
          </p:cNvPr>
          <p:cNvSpPr/>
          <p:nvPr/>
        </p:nvSpPr>
        <p:spPr>
          <a:xfrm>
            <a:off x="874713" y="620713"/>
            <a:ext cx="2547937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311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528A357-C99C-4B02-A31A-92F858CB4E10}"/>
              </a:ext>
            </a:extLst>
          </p:cNvPr>
          <p:cNvSpPr/>
          <p:nvPr/>
        </p:nvSpPr>
        <p:spPr>
          <a:xfrm>
            <a:off x="3856721" y="1189723"/>
            <a:ext cx="4478554" cy="4478554"/>
          </a:xfrm>
          <a:prstGeom prst="ellipse">
            <a:avLst/>
          </a:pr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A710B60-87ED-44CB-8445-6EE06AFD5153}"/>
              </a:ext>
            </a:extLst>
          </p:cNvPr>
          <p:cNvSpPr/>
          <p:nvPr/>
        </p:nvSpPr>
        <p:spPr>
          <a:xfrm>
            <a:off x="4738393" y="2071394"/>
            <a:ext cx="2715212" cy="2715212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306FFAB-8FD6-471D-8113-6DF52284A303}"/>
              </a:ext>
            </a:extLst>
          </p:cNvPr>
          <p:cNvSpPr/>
          <p:nvPr/>
        </p:nvSpPr>
        <p:spPr>
          <a:xfrm>
            <a:off x="5378990" y="2711990"/>
            <a:ext cx="1434020" cy="1434020"/>
          </a:xfrm>
          <a:prstGeom prst="ellipse">
            <a:avLst/>
          </a:pr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泪滴形 157">
            <a:extLst>
              <a:ext uri="{FF2B5EF4-FFF2-40B4-BE49-F238E27FC236}">
                <a16:creationId xmlns:a16="http://schemas.microsoft.com/office/drawing/2014/main" id="{D103C6A5-F9D7-4524-B90E-77FD3C486FF4}"/>
              </a:ext>
            </a:extLst>
          </p:cNvPr>
          <p:cNvSpPr/>
          <p:nvPr/>
        </p:nvSpPr>
        <p:spPr>
          <a:xfrm>
            <a:off x="289560" y="-2377440"/>
            <a:ext cx="11612880" cy="11612880"/>
          </a:xfrm>
          <a:prstGeom prst="ellipse">
            <a:avLst/>
          </a:prstGeom>
          <a:noFill/>
          <a:ln>
            <a:solidFill>
              <a:schemeClr val="accent1">
                <a:alpha val="5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CE58738-CC3A-432E-AF1D-2C5B262C998D}"/>
              </a:ext>
            </a:extLst>
          </p:cNvPr>
          <p:cNvSpPr/>
          <p:nvPr/>
        </p:nvSpPr>
        <p:spPr>
          <a:xfrm>
            <a:off x="975364" y="-1691636"/>
            <a:ext cx="10241276" cy="10241276"/>
          </a:xfrm>
          <a:prstGeom prst="ellipse">
            <a:avLst/>
          </a:prstGeom>
          <a:noFill/>
          <a:ln>
            <a:solidFill>
              <a:schemeClr val="accent1">
                <a:alpha val="5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EE51B0-1CE8-409D-86F1-5CB8C1556452}"/>
              </a:ext>
            </a:extLst>
          </p:cNvPr>
          <p:cNvSpPr/>
          <p:nvPr/>
        </p:nvSpPr>
        <p:spPr>
          <a:xfrm>
            <a:off x="1227029" y="-1439971"/>
            <a:ext cx="9737942" cy="9737942"/>
          </a:xfrm>
          <a:prstGeom prst="ellipse">
            <a:avLst/>
          </a:prstGeom>
          <a:noFill/>
          <a:ln>
            <a:solidFill>
              <a:schemeClr val="accent1">
                <a:alpha val="59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ED6AB9-877D-4230-8863-DF5B4689F94E}"/>
              </a:ext>
            </a:extLst>
          </p:cNvPr>
          <p:cNvSpPr/>
          <p:nvPr/>
        </p:nvSpPr>
        <p:spPr>
          <a:xfrm>
            <a:off x="4381191" y="310583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alpha val="80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在这里输入标题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0E92F4E-C6E8-413A-B35F-013E0CBD05D4}"/>
              </a:ext>
            </a:extLst>
          </p:cNvPr>
          <p:cNvGrpSpPr/>
          <p:nvPr/>
        </p:nvGrpSpPr>
        <p:grpSpPr>
          <a:xfrm>
            <a:off x="1106165" y="1974487"/>
            <a:ext cx="2262735" cy="2909022"/>
            <a:chOff x="1106165" y="1974487"/>
            <a:chExt cx="2262735" cy="290902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597C910-DA1B-4A59-8070-311129C50FCB}"/>
                </a:ext>
              </a:extLst>
            </p:cNvPr>
            <p:cNvSpPr/>
            <p:nvPr/>
          </p:nvSpPr>
          <p:spPr>
            <a:xfrm>
              <a:off x="1289024" y="2019014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FEBDF24-823F-4A80-B2ED-E85A61BC63D9}"/>
                </a:ext>
              </a:extLst>
            </p:cNvPr>
            <p:cNvSpPr/>
            <p:nvPr/>
          </p:nvSpPr>
          <p:spPr>
            <a:xfrm>
              <a:off x="1338476" y="2068466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1D51F03-A01D-4A4B-BFF9-715B9D5E8302}"/>
                </a:ext>
              </a:extLst>
            </p:cNvPr>
            <p:cNvSpPr/>
            <p:nvPr/>
          </p:nvSpPr>
          <p:spPr>
            <a:xfrm>
              <a:off x="1106165" y="3314414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93B5EF6-A0DE-4E0F-80A0-2AEC94B3B0F1}"/>
                </a:ext>
              </a:extLst>
            </p:cNvPr>
            <p:cNvSpPr/>
            <p:nvPr/>
          </p:nvSpPr>
          <p:spPr>
            <a:xfrm>
              <a:off x="1155617" y="3363866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FAC940B-8671-4409-AE7C-33530BA3B574}"/>
                </a:ext>
              </a:extLst>
            </p:cNvPr>
            <p:cNvSpPr/>
            <p:nvPr/>
          </p:nvSpPr>
          <p:spPr>
            <a:xfrm>
              <a:off x="1297922" y="4621590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0C02BB2-7708-43E5-97BA-698D2AF39883}"/>
                </a:ext>
              </a:extLst>
            </p:cNvPr>
            <p:cNvSpPr/>
            <p:nvPr/>
          </p:nvSpPr>
          <p:spPr>
            <a:xfrm>
              <a:off x="1347374" y="4671042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F026ADA-6F7E-47EF-8E8D-67A669B7AD25}"/>
                </a:ext>
              </a:extLst>
            </p:cNvPr>
            <p:cNvSpPr/>
            <p:nvPr/>
          </p:nvSpPr>
          <p:spPr>
            <a:xfrm>
              <a:off x="1690497" y="1974487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7E0B640-2705-45A5-909F-6CFF48D586FD}"/>
                </a:ext>
              </a:extLst>
            </p:cNvPr>
            <p:cNvSpPr/>
            <p:nvPr/>
          </p:nvSpPr>
          <p:spPr>
            <a:xfrm>
              <a:off x="1699395" y="4565285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ABA87F4-1224-46E2-AA55-3BD542461CBC}"/>
                </a:ext>
              </a:extLst>
            </p:cNvPr>
            <p:cNvSpPr/>
            <p:nvPr/>
          </p:nvSpPr>
          <p:spPr>
            <a:xfrm>
              <a:off x="1527094" y="3269886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0AFDA35-7FBB-479C-BCE4-5C5A2D5AA8E9}"/>
              </a:ext>
            </a:extLst>
          </p:cNvPr>
          <p:cNvGrpSpPr/>
          <p:nvPr/>
        </p:nvGrpSpPr>
        <p:grpSpPr>
          <a:xfrm flipH="1">
            <a:off x="8823096" y="1974487"/>
            <a:ext cx="2262735" cy="2909022"/>
            <a:chOff x="1106165" y="1974487"/>
            <a:chExt cx="2262735" cy="2909022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EF2D18E-0D7A-4EFE-80E1-3905F7297CAF}"/>
                </a:ext>
              </a:extLst>
            </p:cNvPr>
            <p:cNvSpPr/>
            <p:nvPr/>
          </p:nvSpPr>
          <p:spPr>
            <a:xfrm>
              <a:off x="1289024" y="2019014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1AC5913-3186-4AD4-B2B5-3AB1CB8F04D7}"/>
                </a:ext>
              </a:extLst>
            </p:cNvPr>
            <p:cNvSpPr/>
            <p:nvPr/>
          </p:nvSpPr>
          <p:spPr>
            <a:xfrm>
              <a:off x="1338476" y="2068466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FC5FF19-5E17-4451-A3CA-47443CB3ED4D}"/>
                </a:ext>
              </a:extLst>
            </p:cNvPr>
            <p:cNvSpPr/>
            <p:nvPr/>
          </p:nvSpPr>
          <p:spPr>
            <a:xfrm>
              <a:off x="1106165" y="3314414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7ADCFF0B-AFB8-47C5-BAE4-6AA07F3AA4AD}"/>
                </a:ext>
              </a:extLst>
            </p:cNvPr>
            <p:cNvSpPr/>
            <p:nvPr/>
          </p:nvSpPr>
          <p:spPr>
            <a:xfrm>
              <a:off x="1155617" y="3363866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DA6411D-7533-42E1-AD5D-0603589B6BA6}"/>
                </a:ext>
              </a:extLst>
            </p:cNvPr>
            <p:cNvSpPr/>
            <p:nvPr/>
          </p:nvSpPr>
          <p:spPr>
            <a:xfrm>
              <a:off x="1297922" y="4621590"/>
              <a:ext cx="229172" cy="22917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6B1CAD7-FEF4-4A9A-A7F2-237F97E557F0}"/>
                </a:ext>
              </a:extLst>
            </p:cNvPr>
            <p:cNvSpPr/>
            <p:nvPr/>
          </p:nvSpPr>
          <p:spPr>
            <a:xfrm>
              <a:off x="1347374" y="4671042"/>
              <a:ext cx="130267" cy="1302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9DCA462-45C9-4B37-8DA2-2D5DB942F147}"/>
                </a:ext>
              </a:extLst>
            </p:cNvPr>
            <p:cNvSpPr/>
            <p:nvPr/>
          </p:nvSpPr>
          <p:spPr>
            <a:xfrm>
              <a:off x="1690497" y="1974487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855EAC3-F258-495F-B06A-18521F7B4D0E}"/>
                </a:ext>
              </a:extLst>
            </p:cNvPr>
            <p:cNvSpPr/>
            <p:nvPr/>
          </p:nvSpPr>
          <p:spPr>
            <a:xfrm>
              <a:off x="1699395" y="4565285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6709619-852D-4B6A-B26B-984A6105DD5C}"/>
                </a:ext>
              </a:extLst>
            </p:cNvPr>
            <p:cNvSpPr/>
            <p:nvPr/>
          </p:nvSpPr>
          <p:spPr>
            <a:xfrm>
              <a:off x="1527094" y="3269886"/>
              <a:ext cx="1669505" cy="318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9756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251D355-20D2-4F47-95AD-16B94A40DE0A}"/>
              </a:ext>
            </a:extLst>
          </p:cNvPr>
          <p:cNvGrpSpPr/>
          <p:nvPr/>
        </p:nvGrpSpPr>
        <p:grpSpPr>
          <a:xfrm>
            <a:off x="642625" y="-1716598"/>
            <a:ext cx="10906750" cy="10906750"/>
            <a:chOff x="593497" y="-1765726"/>
            <a:chExt cx="11005006" cy="11005006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D252D58-744A-45C7-907B-4CB0D8497FF1}"/>
                </a:ext>
              </a:extLst>
            </p:cNvPr>
            <p:cNvSpPr/>
            <p:nvPr/>
          </p:nvSpPr>
          <p:spPr>
            <a:xfrm>
              <a:off x="779180" y="-1580042"/>
              <a:ext cx="10633642" cy="10633640"/>
            </a:xfrm>
            <a:prstGeom prst="ellipse">
              <a:avLst/>
            </a:prstGeom>
            <a:noFill/>
            <a:ln w="9525">
              <a:gradFill flip="none" rotWithShape="1">
                <a:gsLst>
                  <a:gs pos="25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524DB54-0C3C-486B-92B9-4A1640D64ECE}"/>
                </a:ext>
              </a:extLst>
            </p:cNvPr>
            <p:cNvSpPr/>
            <p:nvPr/>
          </p:nvSpPr>
          <p:spPr>
            <a:xfrm>
              <a:off x="593497" y="-1765726"/>
              <a:ext cx="11005006" cy="11005006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25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0DA5306D-42C8-4689-886A-1B5236A9BC82}"/>
              </a:ext>
            </a:extLst>
          </p:cNvPr>
          <p:cNvSpPr/>
          <p:nvPr/>
        </p:nvSpPr>
        <p:spPr>
          <a:xfrm>
            <a:off x="3162301" y="803080"/>
            <a:ext cx="5867398" cy="5867394"/>
          </a:xfrm>
          <a:prstGeom prst="ellipse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96FC7A-15D9-4DDF-8051-3C62F41BFBE4}"/>
              </a:ext>
            </a:extLst>
          </p:cNvPr>
          <p:cNvSpPr/>
          <p:nvPr/>
        </p:nvSpPr>
        <p:spPr>
          <a:xfrm>
            <a:off x="739769" y="1715915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6185750-42DF-4D86-976D-6269BC4D02BA}"/>
              </a:ext>
            </a:extLst>
          </p:cNvPr>
          <p:cNvSpPr/>
          <p:nvPr/>
        </p:nvSpPr>
        <p:spPr>
          <a:xfrm>
            <a:off x="516771" y="3442460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1257F3A-DEAE-423A-8290-97A28FBE2353}"/>
              </a:ext>
            </a:extLst>
          </p:cNvPr>
          <p:cNvSpPr/>
          <p:nvPr/>
        </p:nvSpPr>
        <p:spPr>
          <a:xfrm>
            <a:off x="741091" y="5169005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CD2E781-35F5-4432-8563-C3ADC1EFC392}"/>
              </a:ext>
            </a:extLst>
          </p:cNvPr>
          <p:cNvSpPr/>
          <p:nvPr/>
        </p:nvSpPr>
        <p:spPr>
          <a:xfrm flipH="1">
            <a:off x="10749161" y="1715915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B8F1465-2CE4-4693-8C42-C41639ED3BD0}"/>
              </a:ext>
            </a:extLst>
          </p:cNvPr>
          <p:cNvSpPr/>
          <p:nvPr/>
        </p:nvSpPr>
        <p:spPr>
          <a:xfrm flipH="1">
            <a:off x="10972159" y="3442460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58CB0C-252D-4F78-9B77-26FA02E57366}"/>
              </a:ext>
            </a:extLst>
          </p:cNvPr>
          <p:cNvSpPr/>
          <p:nvPr/>
        </p:nvSpPr>
        <p:spPr>
          <a:xfrm flipH="1">
            <a:off x="10747839" y="5169005"/>
            <a:ext cx="703070" cy="703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7C6F9AD-C788-41C6-BFBF-DA9211AF48A5}"/>
              </a:ext>
            </a:extLst>
          </p:cNvPr>
          <p:cNvSpPr/>
          <p:nvPr/>
        </p:nvSpPr>
        <p:spPr>
          <a:xfrm>
            <a:off x="4195760" y="1836537"/>
            <a:ext cx="3800480" cy="3800480"/>
          </a:xfrm>
          <a:prstGeom prst="ellipse">
            <a:avLst/>
          </a:prstGeom>
          <a:noFill/>
          <a:ln w="22225">
            <a:solidFill>
              <a:schemeClr val="accent1">
                <a:alpha val="38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0AAF54A-26D1-4D9F-88EF-639A25AA8E59}"/>
              </a:ext>
            </a:extLst>
          </p:cNvPr>
          <p:cNvSpPr/>
          <p:nvPr/>
        </p:nvSpPr>
        <p:spPr>
          <a:xfrm>
            <a:off x="4462755" y="2103532"/>
            <a:ext cx="3266490" cy="3266490"/>
          </a:xfrm>
          <a:prstGeom prst="ellipse">
            <a:avLst/>
          </a:prstGeom>
          <a:noFill/>
          <a:ln w="9525">
            <a:solidFill>
              <a:schemeClr val="accent1">
                <a:alpha val="38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8160D8C-1BC4-473A-8EC8-72E1434AF82B}"/>
              </a:ext>
            </a:extLst>
          </p:cNvPr>
          <p:cNvSpPr/>
          <p:nvPr/>
        </p:nvSpPr>
        <p:spPr>
          <a:xfrm>
            <a:off x="4771325" y="2410932"/>
            <a:ext cx="2649350" cy="2649350"/>
          </a:xfrm>
          <a:prstGeom prst="ellipse">
            <a:avLst/>
          </a:prstGeom>
          <a:noFill/>
          <a:ln w="9525">
            <a:solidFill>
              <a:schemeClr val="accent1">
                <a:lumMod val="75000"/>
                <a:alpha val="38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566028B-FFEB-4DF1-B88E-CFDAF523CBC4}"/>
              </a:ext>
            </a:extLst>
          </p:cNvPr>
          <p:cNvSpPr/>
          <p:nvPr/>
        </p:nvSpPr>
        <p:spPr>
          <a:xfrm>
            <a:off x="4667530" y="2308308"/>
            <a:ext cx="2856941" cy="2856939"/>
          </a:xfrm>
          <a:prstGeom prst="ellipse">
            <a:avLst/>
          </a:prstGeom>
          <a:ln w="63500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F8F808-957D-4D10-9C67-79FD2AC39051}"/>
              </a:ext>
            </a:extLst>
          </p:cNvPr>
          <p:cNvSpPr/>
          <p:nvPr/>
        </p:nvSpPr>
        <p:spPr>
          <a:xfrm>
            <a:off x="1617212" y="1634890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F3F3CC3-1E27-40A4-BC4A-A30304169D7D}"/>
              </a:ext>
            </a:extLst>
          </p:cNvPr>
          <p:cNvSpPr/>
          <p:nvPr/>
        </p:nvSpPr>
        <p:spPr>
          <a:xfrm>
            <a:off x="1617211" y="2070380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DEBFE25-513B-423A-BE42-6FC992E2F642}"/>
              </a:ext>
            </a:extLst>
          </p:cNvPr>
          <p:cNvSpPr/>
          <p:nvPr/>
        </p:nvSpPr>
        <p:spPr>
          <a:xfrm>
            <a:off x="1617211" y="2312048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10B5AD-5F60-405A-A5C3-7A476D9A82AE}"/>
              </a:ext>
            </a:extLst>
          </p:cNvPr>
          <p:cNvSpPr/>
          <p:nvPr/>
        </p:nvSpPr>
        <p:spPr>
          <a:xfrm>
            <a:off x="1617212" y="2553715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0B6FB9-31E2-49C8-AFBA-89F2267E7D85}"/>
              </a:ext>
            </a:extLst>
          </p:cNvPr>
          <p:cNvSpPr/>
          <p:nvPr/>
        </p:nvSpPr>
        <p:spPr>
          <a:xfrm>
            <a:off x="1397840" y="3361435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5AC6383-A075-4F83-9561-7CB89CDB2BB3}"/>
              </a:ext>
            </a:extLst>
          </p:cNvPr>
          <p:cNvSpPr/>
          <p:nvPr/>
        </p:nvSpPr>
        <p:spPr>
          <a:xfrm>
            <a:off x="1397839" y="3796925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6B165C-0BB6-4AF2-BC97-920AFD641E16}"/>
              </a:ext>
            </a:extLst>
          </p:cNvPr>
          <p:cNvSpPr/>
          <p:nvPr/>
        </p:nvSpPr>
        <p:spPr>
          <a:xfrm>
            <a:off x="1397839" y="4038593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D0CB535-F634-4ECC-BD9D-CFEC6205DE9C}"/>
              </a:ext>
            </a:extLst>
          </p:cNvPr>
          <p:cNvSpPr/>
          <p:nvPr/>
        </p:nvSpPr>
        <p:spPr>
          <a:xfrm>
            <a:off x="1397840" y="4280260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BC3785-2E16-4C46-9FD3-572511A85C4F}"/>
              </a:ext>
            </a:extLst>
          </p:cNvPr>
          <p:cNvSpPr/>
          <p:nvPr/>
        </p:nvSpPr>
        <p:spPr>
          <a:xfrm>
            <a:off x="1651631" y="5087980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3604E3-404D-40D5-B295-9EE69CFBD92F}"/>
              </a:ext>
            </a:extLst>
          </p:cNvPr>
          <p:cNvSpPr/>
          <p:nvPr/>
        </p:nvSpPr>
        <p:spPr>
          <a:xfrm>
            <a:off x="1651630" y="5523470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4AC1337-ABCA-4D32-9A62-4F3237CD3C7B}"/>
              </a:ext>
            </a:extLst>
          </p:cNvPr>
          <p:cNvSpPr/>
          <p:nvPr/>
        </p:nvSpPr>
        <p:spPr>
          <a:xfrm>
            <a:off x="1651630" y="5765138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04DE899-10CE-4E38-9448-0C2DD2BF81BB}"/>
              </a:ext>
            </a:extLst>
          </p:cNvPr>
          <p:cNvSpPr/>
          <p:nvPr/>
        </p:nvSpPr>
        <p:spPr>
          <a:xfrm>
            <a:off x="1651631" y="6006805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1ACD00-02CF-4C8F-BD4E-FC424662E86B}"/>
              </a:ext>
            </a:extLst>
          </p:cNvPr>
          <p:cNvSpPr/>
          <p:nvPr/>
        </p:nvSpPr>
        <p:spPr>
          <a:xfrm flipH="1">
            <a:off x="9110359" y="1634890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B0685A-6C5E-40BE-9017-7B8C9FC38ED3}"/>
              </a:ext>
            </a:extLst>
          </p:cNvPr>
          <p:cNvSpPr/>
          <p:nvPr/>
        </p:nvSpPr>
        <p:spPr>
          <a:xfrm flipH="1">
            <a:off x="8081695" y="2070380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DABACA-6E16-4FF8-8D07-46AAB3DF3F8E}"/>
              </a:ext>
            </a:extLst>
          </p:cNvPr>
          <p:cNvSpPr/>
          <p:nvPr/>
        </p:nvSpPr>
        <p:spPr>
          <a:xfrm flipH="1">
            <a:off x="8081695" y="2312048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82A705-5103-489C-BE88-2BE40045168C}"/>
              </a:ext>
            </a:extLst>
          </p:cNvPr>
          <p:cNvSpPr/>
          <p:nvPr/>
        </p:nvSpPr>
        <p:spPr>
          <a:xfrm flipH="1">
            <a:off x="9353982" y="3361435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3C5A42-32E8-4A90-9DF9-AF8351BC4627}"/>
              </a:ext>
            </a:extLst>
          </p:cNvPr>
          <p:cNvSpPr/>
          <p:nvPr/>
        </p:nvSpPr>
        <p:spPr>
          <a:xfrm flipH="1">
            <a:off x="8325318" y="3796925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9A4672-759B-4F59-B2E0-C0563E2FEE35}"/>
              </a:ext>
            </a:extLst>
          </p:cNvPr>
          <p:cNvSpPr/>
          <p:nvPr/>
        </p:nvSpPr>
        <p:spPr>
          <a:xfrm flipH="1">
            <a:off x="8325318" y="4038593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D66A58-3AEE-4435-B732-1B43811208EB}"/>
              </a:ext>
            </a:extLst>
          </p:cNvPr>
          <p:cNvSpPr/>
          <p:nvPr/>
        </p:nvSpPr>
        <p:spPr>
          <a:xfrm flipH="1">
            <a:off x="9144778" y="5087980"/>
            <a:ext cx="1440178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E24503-5D19-4D03-9175-3C2BA9B684D7}"/>
              </a:ext>
            </a:extLst>
          </p:cNvPr>
          <p:cNvSpPr/>
          <p:nvPr/>
        </p:nvSpPr>
        <p:spPr>
          <a:xfrm flipH="1">
            <a:off x="8116114" y="5523470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A52F2D-E851-458F-AEB5-DE81096FFA05}"/>
              </a:ext>
            </a:extLst>
          </p:cNvPr>
          <p:cNvSpPr/>
          <p:nvPr/>
        </p:nvSpPr>
        <p:spPr>
          <a:xfrm flipH="1">
            <a:off x="8116114" y="5765138"/>
            <a:ext cx="2468843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263B27-5D2D-4D34-94EF-F439F915B6F6}"/>
              </a:ext>
            </a:extLst>
          </p:cNvPr>
          <p:cNvSpPr/>
          <p:nvPr/>
        </p:nvSpPr>
        <p:spPr>
          <a:xfrm flipH="1">
            <a:off x="8836106" y="2553715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6C9C7D-50C2-42D0-AB75-7A50E56A6354}"/>
              </a:ext>
            </a:extLst>
          </p:cNvPr>
          <p:cNvSpPr/>
          <p:nvPr/>
        </p:nvSpPr>
        <p:spPr>
          <a:xfrm flipH="1">
            <a:off x="9079729" y="4280260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DC73B9-312C-43D5-A7AC-85D5E5C385AD}"/>
              </a:ext>
            </a:extLst>
          </p:cNvPr>
          <p:cNvSpPr/>
          <p:nvPr/>
        </p:nvSpPr>
        <p:spPr>
          <a:xfrm flipH="1">
            <a:off x="8870525" y="6006805"/>
            <a:ext cx="1714432" cy="184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E4579A9-B864-49CD-93E5-59A9D78D38E8}"/>
              </a:ext>
            </a:extLst>
          </p:cNvPr>
          <p:cNvSpPr/>
          <p:nvPr/>
        </p:nvSpPr>
        <p:spPr>
          <a:xfrm>
            <a:off x="4925119" y="2565896"/>
            <a:ext cx="2341762" cy="23417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52E27E-FB2E-45FC-9594-366DEBD225AA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29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形 49">
            <a:extLst>
              <a:ext uri="{FF2B5EF4-FFF2-40B4-BE49-F238E27FC236}">
                <a16:creationId xmlns:a16="http://schemas.microsoft.com/office/drawing/2014/main" id="{A7509FEA-4B30-4865-BAD7-29D1E68E5DFA}"/>
              </a:ext>
            </a:extLst>
          </p:cNvPr>
          <p:cNvSpPr/>
          <p:nvPr/>
        </p:nvSpPr>
        <p:spPr>
          <a:xfrm>
            <a:off x="6141660" y="1540484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5" name="图形 49">
            <a:extLst>
              <a:ext uri="{FF2B5EF4-FFF2-40B4-BE49-F238E27FC236}">
                <a16:creationId xmlns:a16="http://schemas.microsoft.com/office/drawing/2014/main" id="{5602EE45-4EEF-42C8-8DFD-802FFF413404}"/>
              </a:ext>
            </a:extLst>
          </p:cNvPr>
          <p:cNvSpPr/>
          <p:nvPr/>
        </p:nvSpPr>
        <p:spPr>
          <a:xfrm>
            <a:off x="5322107" y="2959991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" name="图形 49">
            <a:extLst>
              <a:ext uri="{FF2B5EF4-FFF2-40B4-BE49-F238E27FC236}">
                <a16:creationId xmlns:a16="http://schemas.microsoft.com/office/drawing/2014/main" id="{C26F8122-5A85-4FAB-8C9C-62F8206568CB}"/>
              </a:ext>
            </a:extLst>
          </p:cNvPr>
          <p:cNvSpPr/>
          <p:nvPr/>
        </p:nvSpPr>
        <p:spPr>
          <a:xfrm>
            <a:off x="3683000" y="2959991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7" name="图形 49">
            <a:extLst>
              <a:ext uri="{FF2B5EF4-FFF2-40B4-BE49-F238E27FC236}">
                <a16:creationId xmlns:a16="http://schemas.microsoft.com/office/drawing/2014/main" id="{761ACCDD-DF3F-4C8C-B595-3B203C003B98}"/>
              </a:ext>
            </a:extLst>
          </p:cNvPr>
          <p:cNvSpPr/>
          <p:nvPr/>
        </p:nvSpPr>
        <p:spPr>
          <a:xfrm>
            <a:off x="4502553" y="1540484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" name="图形 49">
            <a:extLst>
              <a:ext uri="{FF2B5EF4-FFF2-40B4-BE49-F238E27FC236}">
                <a16:creationId xmlns:a16="http://schemas.microsoft.com/office/drawing/2014/main" id="{C134DDA7-8B84-4D0A-9C01-0BB98223F1BD}"/>
              </a:ext>
            </a:extLst>
          </p:cNvPr>
          <p:cNvSpPr/>
          <p:nvPr/>
        </p:nvSpPr>
        <p:spPr>
          <a:xfrm>
            <a:off x="6961213" y="2959991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" name="图形 49">
            <a:extLst>
              <a:ext uri="{FF2B5EF4-FFF2-40B4-BE49-F238E27FC236}">
                <a16:creationId xmlns:a16="http://schemas.microsoft.com/office/drawing/2014/main" id="{C6CA47C8-EABD-4646-886B-6EFEA7872C14}"/>
              </a:ext>
            </a:extLst>
          </p:cNvPr>
          <p:cNvSpPr/>
          <p:nvPr/>
        </p:nvSpPr>
        <p:spPr>
          <a:xfrm>
            <a:off x="6141660" y="4379499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" name="图形 49">
            <a:extLst>
              <a:ext uri="{FF2B5EF4-FFF2-40B4-BE49-F238E27FC236}">
                <a16:creationId xmlns:a16="http://schemas.microsoft.com/office/drawing/2014/main" id="{B989E961-1451-4E09-AED4-CA3AD7B33205}"/>
              </a:ext>
            </a:extLst>
          </p:cNvPr>
          <p:cNvSpPr/>
          <p:nvPr/>
        </p:nvSpPr>
        <p:spPr>
          <a:xfrm>
            <a:off x="4502553" y="4379499"/>
            <a:ext cx="1547787" cy="1743507"/>
          </a:xfrm>
          <a:custGeom>
            <a:avLst/>
            <a:gdLst>
              <a:gd name="connsiteX0" fmla="*/ 2559177 w 2559176"/>
              <a:gd name="connsiteY0" fmla="*/ 2045661 h 2882788"/>
              <a:gd name="connsiteX1" fmla="*/ 2559177 w 2559176"/>
              <a:gd name="connsiteY1" fmla="*/ 837224 h 2882788"/>
              <a:gd name="connsiteX2" fmla="*/ 2442686 w 2559176"/>
              <a:gd name="connsiteY2" fmla="*/ 635389 h 2882788"/>
              <a:gd name="connsiteX3" fmla="*/ 1396079 w 2559176"/>
              <a:gd name="connsiteY3" fmla="*/ 31218 h 2882788"/>
              <a:gd name="connsiteX4" fmla="*/ 1163003 w 2559176"/>
              <a:gd name="connsiteY4" fmla="*/ 31218 h 2882788"/>
              <a:gd name="connsiteX5" fmla="*/ 116491 w 2559176"/>
              <a:gd name="connsiteY5" fmla="*/ 635389 h 2882788"/>
              <a:gd name="connsiteX6" fmla="*/ 0 w 2559176"/>
              <a:gd name="connsiteY6" fmla="*/ 837224 h 2882788"/>
              <a:gd name="connsiteX7" fmla="*/ 0 w 2559176"/>
              <a:gd name="connsiteY7" fmla="*/ 2045565 h 2882788"/>
              <a:gd name="connsiteX8" fmla="*/ 116491 w 2559176"/>
              <a:gd name="connsiteY8" fmla="*/ 2247400 h 2882788"/>
              <a:gd name="connsiteX9" fmla="*/ 1163003 w 2559176"/>
              <a:gd name="connsiteY9" fmla="*/ 2851571 h 2882788"/>
              <a:gd name="connsiteX10" fmla="*/ 1396079 w 2559176"/>
              <a:gd name="connsiteY10" fmla="*/ 2851571 h 2882788"/>
              <a:gd name="connsiteX11" fmla="*/ 2442591 w 2559176"/>
              <a:gd name="connsiteY11" fmla="*/ 2247400 h 2882788"/>
              <a:gd name="connsiteX12" fmla="*/ 2559177 w 2559176"/>
              <a:gd name="connsiteY12" fmla="*/ 2045661 h 288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9176" h="2882788">
                <a:moveTo>
                  <a:pt x="2559177" y="2045661"/>
                </a:moveTo>
                <a:lnTo>
                  <a:pt x="2559177" y="837224"/>
                </a:lnTo>
                <a:cubicBezTo>
                  <a:pt x="2559177" y="753975"/>
                  <a:pt x="2514791" y="677013"/>
                  <a:pt x="2442686" y="635389"/>
                </a:cubicBezTo>
                <a:lnTo>
                  <a:pt x="1396079" y="31218"/>
                </a:lnTo>
                <a:cubicBezTo>
                  <a:pt x="1323975" y="-10406"/>
                  <a:pt x="1235107" y="-10406"/>
                  <a:pt x="1163003" y="31218"/>
                </a:cubicBezTo>
                <a:lnTo>
                  <a:pt x="116491" y="635389"/>
                </a:lnTo>
                <a:cubicBezTo>
                  <a:pt x="44387" y="677013"/>
                  <a:pt x="0" y="753975"/>
                  <a:pt x="0" y="837224"/>
                </a:cubicBezTo>
                <a:lnTo>
                  <a:pt x="0" y="2045565"/>
                </a:lnTo>
                <a:cubicBezTo>
                  <a:pt x="0" y="2128814"/>
                  <a:pt x="44387" y="2205776"/>
                  <a:pt x="116491" y="2247400"/>
                </a:cubicBezTo>
                <a:lnTo>
                  <a:pt x="1163003" y="2851571"/>
                </a:lnTo>
                <a:cubicBezTo>
                  <a:pt x="1235107" y="2893195"/>
                  <a:pt x="1323975" y="2893195"/>
                  <a:pt x="1396079" y="2851571"/>
                </a:cubicBezTo>
                <a:lnTo>
                  <a:pt x="2442591" y="2247400"/>
                </a:lnTo>
                <a:cubicBezTo>
                  <a:pt x="2514695" y="2205871"/>
                  <a:pt x="2559177" y="2128909"/>
                  <a:pt x="2559177" y="20456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EF19CF0-DE7D-4B0C-8CBF-8F3AE65C5EAA}"/>
              </a:ext>
            </a:extLst>
          </p:cNvPr>
          <p:cNvSpPr/>
          <p:nvPr/>
        </p:nvSpPr>
        <p:spPr>
          <a:xfrm>
            <a:off x="5719730" y="3288785"/>
            <a:ext cx="752538" cy="1085919"/>
          </a:xfrm>
          <a:custGeom>
            <a:avLst/>
            <a:gdLst>
              <a:gd name="connsiteX0" fmla="*/ 674084 w 1346454"/>
              <a:gd name="connsiteY0" fmla="*/ 1055465 h 1941957"/>
              <a:gd name="connsiteX1" fmla="*/ 558260 w 1346454"/>
              <a:gd name="connsiteY1" fmla="*/ 1081469 h 1941957"/>
              <a:gd name="connsiteX2" fmla="*/ 477393 w 1346454"/>
              <a:gd name="connsiteY2" fmla="*/ 1151382 h 1941957"/>
              <a:gd name="connsiteX3" fmla="*/ 471392 w 1346454"/>
              <a:gd name="connsiteY3" fmla="*/ 1161669 h 1941957"/>
              <a:gd name="connsiteX4" fmla="*/ 445961 w 1346454"/>
              <a:gd name="connsiteY4" fmla="*/ 1223105 h 1941957"/>
              <a:gd name="connsiteX5" fmla="*/ 437674 w 1346454"/>
              <a:gd name="connsiteY5" fmla="*/ 1290542 h 1941957"/>
              <a:gd name="connsiteX6" fmla="*/ 504635 w 1346454"/>
              <a:gd name="connsiteY6" fmla="*/ 1457325 h 1941957"/>
              <a:gd name="connsiteX7" fmla="*/ 672370 w 1346454"/>
              <a:gd name="connsiteY7" fmla="*/ 1524000 h 1941957"/>
              <a:gd name="connsiteX8" fmla="*/ 843725 w 1346454"/>
              <a:gd name="connsiteY8" fmla="*/ 1456468 h 1941957"/>
              <a:gd name="connsiteX9" fmla="*/ 908876 w 1346454"/>
              <a:gd name="connsiteY9" fmla="*/ 1288733 h 1941957"/>
              <a:gd name="connsiteX10" fmla="*/ 841915 w 1346454"/>
              <a:gd name="connsiteY10" fmla="*/ 1121950 h 1941957"/>
              <a:gd name="connsiteX11" fmla="*/ 674084 w 1346454"/>
              <a:gd name="connsiteY11" fmla="*/ 1055465 h 1941957"/>
              <a:gd name="connsiteX12" fmla="*/ 674084 w 1346454"/>
              <a:gd name="connsiteY12" fmla="*/ 1055465 h 1941957"/>
              <a:gd name="connsiteX13" fmla="*/ 1099090 w 1346454"/>
              <a:gd name="connsiteY13" fmla="*/ 0 h 1941957"/>
              <a:gd name="connsiteX14" fmla="*/ 1146048 w 1346454"/>
              <a:gd name="connsiteY14" fmla="*/ 0 h 1941957"/>
              <a:gd name="connsiteX15" fmla="*/ 769239 w 1346454"/>
              <a:gd name="connsiteY15" fmla="*/ 648462 h 1941957"/>
              <a:gd name="connsiteX16" fmla="*/ 1179767 w 1346454"/>
              <a:gd name="connsiteY16" fmla="*/ 854583 h 1941957"/>
              <a:gd name="connsiteX17" fmla="*/ 1346454 w 1346454"/>
              <a:gd name="connsiteY17" fmla="*/ 1290733 h 1941957"/>
              <a:gd name="connsiteX18" fmla="*/ 1346454 w 1346454"/>
              <a:gd name="connsiteY18" fmla="*/ 1292447 h 1941957"/>
              <a:gd name="connsiteX19" fmla="*/ 1157478 w 1346454"/>
              <a:gd name="connsiteY19" fmla="*/ 1757363 h 1941957"/>
              <a:gd name="connsiteX20" fmla="*/ 672275 w 1346454"/>
              <a:gd name="connsiteY20" fmla="*/ 1941957 h 1941957"/>
              <a:gd name="connsiteX21" fmla="*/ 190976 w 1346454"/>
              <a:gd name="connsiteY21" fmla="*/ 1757648 h 1941957"/>
              <a:gd name="connsiteX22" fmla="*/ 0 w 1346454"/>
              <a:gd name="connsiteY22" fmla="*/ 1289304 h 1941957"/>
              <a:gd name="connsiteX23" fmla="*/ 0 w 1346454"/>
              <a:gd name="connsiteY23" fmla="*/ 1287209 h 1941957"/>
              <a:gd name="connsiteX24" fmla="*/ 24670 w 1346454"/>
              <a:gd name="connsiteY24" fmla="*/ 1104805 h 1941957"/>
              <a:gd name="connsiteX25" fmla="*/ 91154 w 1346454"/>
              <a:gd name="connsiteY25" fmla="*/ 941642 h 1941957"/>
              <a:gd name="connsiteX26" fmla="*/ 635413 w 1346454"/>
              <a:gd name="connsiteY26" fmla="*/ 0 h 1941957"/>
              <a:gd name="connsiteX27" fmla="*/ 681514 w 1346454"/>
              <a:gd name="connsiteY27" fmla="*/ 0 h 1941957"/>
              <a:gd name="connsiteX28" fmla="*/ 125254 w 1346454"/>
              <a:gd name="connsiteY28" fmla="*/ 961168 h 1941957"/>
              <a:gd name="connsiteX29" fmla="*/ 61532 w 1346454"/>
              <a:gd name="connsiteY29" fmla="*/ 1116044 h 1941957"/>
              <a:gd name="connsiteX30" fmla="*/ 38005 w 1346454"/>
              <a:gd name="connsiteY30" fmla="*/ 1289209 h 1941957"/>
              <a:gd name="connsiteX31" fmla="*/ 218313 w 1346454"/>
              <a:gd name="connsiteY31" fmla="*/ 1730597 h 1941957"/>
              <a:gd name="connsiteX32" fmla="*/ 672370 w 1346454"/>
              <a:gd name="connsiteY32" fmla="*/ 1904429 h 1941957"/>
              <a:gd name="connsiteX33" fmla="*/ 1130713 w 1346454"/>
              <a:gd name="connsiteY33" fmla="*/ 1730121 h 1941957"/>
              <a:gd name="connsiteX34" fmla="*/ 1308449 w 1346454"/>
              <a:gd name="connsiteY34" fmla="*/ 1290638 h 1941957"/>
              <a:gd name="connsiteX35" fmla="*/ 1149191 w 1346454"/>
              <a:gd name="connsiteY35" fmla="*/ 877443 h 1941957"/>
              <a:gd name="connsiteX36" fmla="*/ 748760 w 1346454"/>
              <a:gd name="connsiteY36" fmla="*/ 683609 h 1941957"/>
              <a:gd name="connsiteX37" fmla="*/ 699611 w 1346454"/>
              <a:gd name="connsiteY37" fmla="*/ 768763 h 1941957"/>
              <a:gd name="connsiteX38" fmla="*/ 1067467 w 1346454"/>
              <a:gd name="connsiteY38" fmla="*/ 926211 h 1941957"/>
              <a:gd name="connsiteX39" fmla="*/ 1215009 w 1346454"/>
              <a:gd name="connsiteY39" fmla="*/ 1288923 h 1941957"/>
              <a:gd name="connsiteX40" fmla="*/ 1064228 w 1346454"/>
              <a:gd name="connsiteY40" fmla="*/ 1664113 h 1941957"/>
              <a:gd name="connsiteX41" fmla="*/ 672275 w 1346454"/>
              <a:gd name="connsiteY41" fmla="*/ 1813274 h 1941957"/>
              <a:gd name="connsiteX42" fmla="*/ 284702 w 1346454"/>
              <a:gd name="connsiteY42" fmla="*/ 1664970 h 1941957"/>
              <a:gd name="connsiteX43" fmla="*/ 131350 w 1346454"/>
              <a:gd name="connsiteY43" fmla="*/ 1290638 h 1941957"/>
              <a:gd name="connsiteX44" fmla="*/ 151352 w 1346454"/>
              <a:gd name="connsiteY44" fmla="*/ 1142048 h 1941957"/>
              <a:gd name="connsiteX45" fmla="*/ 206502 w 1346454"/>
              <a:gd name="connsiteY45" fmla="*/ 1010126 h 1941957"/>
              <a:gd name="connsiteX46" fmla="*/ 790194 w 1346454"/>
              <a:gd name="connsiteY46" fmla="*/ 0 h 1941957"/>
              <a:gd name="connsiteX47" fmla="*/ 836295 w 1346454"/>
              <a:gd name="connsiteY47" fmla="*/ 0 h 1941957"/>
              <a:gd name="connsiteX48" fmla="*/ 241744 w 1346454"/>
              <a:gd name="connsiteY48" fmla="*/ 1029653 h 1941957"/>
              <a:gd name="connsiteX49" fmla="*/ 189548 w 1346454"/>
              <a:gd name="connsiteY49" fmla="*/ 1151477 h 1941957"/>
              <a:gd name="connsiteX50" fmla="*/ 169450 w 1346454"/>
              <a:gd name="connsiteY50" fmla="*/ 1290828 h 1941957"/>
              <a:gd name="connsiteX51" fmla="*/ 312611 w 1346454"/>
              <a:gd name="connsiteY51" fmla="*/ 1638205 h 1941957"/>
              <a:gd name="connsiteX52" fmla="*/ 672370 w 1346454"/>
              <a:gd name="connsiteY52" fmla="*/ 1776032 h 1941957"/>
              <a:gd name="connsiteX53" fmla="*/ 1035844 w 1346454"/>
              <a:gd name="connsiteY53" fmla="*/ 1637348 h 1941957"/>
              <a:gd name="connsiteX54" fmla="*/ 1177100 w 1346454"/>
              <a:gd name="connsiteY54" fmla="*/ 1289114 h 1941957"/>
              <a:gd name="connsiteX55" fmla="*/ 1033748 w 1346454"/>
              <a:gd name="connsiteY55" fmla="*/ 943165 h 1941957"/>
              <a:gd name="connsiteX56" fmla="*/ 678371 w 1346454"/>
              <a:gd name="connsiteY56" fmla="*/ 804196 h 1941957"/>
              <a:gd name="connsiteX57" fmla="*/ 625793 w 1346454"/>
              <a:gd name="connsiteY57" fmla="*/ 894683 h 1941957"/>
              <a:gd name="connsiteX58" fmla="*/ 674180 w 1346454"/>
              <a:gd name="connsiteY58" fmla="*/ 892112 h 1941957"/>
              <a:gd name="connsiteX59" fmla="*/ 964502 w 1346454"/>
              <a:gd name="connsiteY59" fmla="*/ 1005935 h 1941957"/>
              <a:gd name="connsiteX60" fmla="*/ 1080992 w 1346454"/>
              <a:gd name="connsiteY60" fmla="*/ 1289209 h 1941957"/>
              <a:gd name="connsiteX61" fmla="*/ 969359 w 1346454"/>
              <a:gd name="connsiteY61" fmla="*/ 1573911 h 1941957"/>
              <a:gd name="connsiteX62" fmla="*/ 672465 w 1346454"/>
              <a:gd name="connsiteY62" fmla="*/ 1687735 h 1941957"/>
              <a:gd name="connsiteX63" fmla="*/ 381095 w 1346454"/>
              <a:gd name="connsiteY63" fmla="*/ 1574768 h 1941957"/>
              <a:gd name="connsiteX64" fmla="*/ 265748 w 1346454"/>
              <a:gd name="connsiteY64" fmla="*/ 1290923 h 1941957"/>
              <a:gd name="connsiteX65" fmla="*/ 280702 w 1346454"/>
              <a:gd name="connsiteY65" fmla="*/ 1177481 h 1941957"/>
              <a:gd name="connsiteX66" fmla="*/ 321564 w 1346454"/>
              <a:gd name="connsiteY66" fmla="*/ 1077754 h 1941957"/>
              <a:gd name="connsiteX67" fmla="*/ 943737 w 1346454"/>
              <a:gd name="connsiteY67" fmla="*/ 0 h 1941957"/>
              <a:gd name="connsiteX68" fmla="*/ 990505 w 1346454"/>
              <a:gd name="connsiteY68" fmla="*/ 0 h 1941957"/>
              <a:gd name="connsiteX69" fmla="*/ 355473 w 1346454"/>
              <a:gd name="connsiteY69" fmla="*/ 1096709 h 1941957"/>
              <a:gd name="connsiteX70" fmla="*/ 317373 w 1346454"/>
              <a:gd name="connsiteY70" fmla="*/ 1186529 h 1941957"/>
              <a:gd name="connsiteX71" fmla="*/ 303657 w 1346454"/>
              <a:gd name="connsiteY71" fmla="*/ 1290733 h 1941957"/>
              <a:gd name="connsiteX72" fmla="*/ 408337 w 1346454"/>
              <a:gd name="connsiteY72" fmla="*/ 1548003 h 1941957"/>
              <a:gd name="connsiteX73" fmla="*/ 672465 w 1346454"/>
              <a:gd name="connsiteY73" fmla="*/ 1650111 h 1941957"/>
              <a:gd name="connsiteX74" fmla="*/ 940880 w 1346454"/>
              <a:gd name="connsiteY74" fmla="*/ 1547146 h 1941957"/>
              <a:gd name="connsiteX75" fmla="*/ 1043083 w 1346454"/>
              <a:gd name="connsiteY75" fmla="*/ 1289018 h 1941957"/>
              <a:gd name="connsiteX76" fmla="*/ 938403 w 1346454"/>
              <a:gd name="connsiteY76" fmla="*/ 1030510 h 1941957"/>
              <a:gd name="connsiteX77" fmla="*/ 674275 w 1346454"/>
              <a:gd name="connsiteY77" fmla="*/ 927163 h 1941957"/>
              <a:gd name="connsiteX78" fmla="*/ 602647 w 1346454"/>
              <a:gd name="connsiteY78" fmla="*/ 934593 h 1941957"/>
              <a:gd name="connsiteX79" fmla="*/ 532352 w 1346454"/>
              <a:gd name="connsiteY79" fmla="*/ 1057275 h 1941957"/>
              <a:gd name="connsiteX80" fmla="*/ 596741 w 1346454"/>
              <a:gd name="connsiteY80" fmla="*/ 1028510 h 1941957"/>
              <a:gd name="connsiteX81" fmla="*/ 674180 w 1346454"/>
              <a:gd name="connsiteY81" fmla="*/ 1017937 h 1941957"/>
              <a:gd name="connsiteX82" fmla="*/ 869823 w 1346454"/>
              <a:gd name="connsiteY82" fmla="*/ 1095470 h 1941957"/>
              <a:gd name="connsiteX83" fmla="*/ 946880 w 1346454"/>
              <a:gd name="connsiteY83" fmla="*/ 1288923 h 1941957"/>
              <a:gd name="connsiteX84" fmla="*/ 871728 w 1346454"/>
              <a:gd name="connsiteY84" fmla="*/ 1483233 h 1941957"/>
              <a:gd name="connsiteX85" fmla="*/ 672465 w 1346454"/>
              <a:gd name="connsiteY85" fmla="*/ 1561624 h 1941957"/>
              <a:gd name="connsiteX86" fmla="*/ 476822 w 1346454"/>
              <a:gd name="connsiteY86" fmla="*/ 1484090 h 1941957"/>
              <a:gd name="connsiteX87" fmla="*/ 399764 w 1346454"/>
              <a:gd name="connsiteY87" fmla="*/ 1290733 h 1941957"/>
              <a:gd name="connsiteX88" fmla="*/ 409004 w 1346454"/>
              <a:gd name="connsiteY88" fmla="*/ 1212628 h 1941957"/>
              <a:gd name="connsiteX89" fmla="*/ 437007 w 1346454"/>
              <a:gd name="connsiteY89" fmla="*/ 1142714 h 1941957"/>
              <a:gd name="connsiteX90" fmla="*/ 1099090 w 1346454"/>
              <a:gd name="connsiteY90" fmla="*/ 0 h 1941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346454" h="1941957">
                <a:moveTo>
                  <a:pt x="674084" y="1055465"/>
                </a:moveTo>
                <a:cubicBezTo>
                  <a:pt x="630269" y="1055846"/>
                  <a:pt x="591598" y="1064514"/>
                  <a:pt x="558260" y="1081469"/>
                </a:cubicBezTo>
                <a:cubicBezTo>
                  <a:pt x="524828" y="1098518"/>
                  <a:pt x="497872" y="1121855"/>
                  <a:pt x="477393" y="1151382"/>
                </a:cubicBezTo>
                <a:lnTo>
                  <a:pt x="471392" y="1161669"/>
                </a:lnTo>
                <a:cubicBezTo>
                  <a:pt x="459962" y="1180910"/>
                  <a:pt x="451485" y="1201388"/>
                  <a:pt x="445961" y="1223105"/>
                </a:cubicBezTo>
                <a:cubicBezTo>
                  <a:pt x="440436" y="1244822"/>
                  <a:pt x="437674" y="1267301"/>
                  <a:pt x="437674" y="1290542"/>
                </a:cubicBezTo>
                <a:cubicBezTo>
                  <a:pt x="439103" y="1358741"/>
                  <a:pt x="461391" y="1414272"/>
                  <a:pt x="504635" y="1457325"/>
                </a:cubicBezTo>
                <a:cubicBezTo>
                  <a:pt x="547878" y="1500378"/>
                  <a:pt x="603790" y="1522571"/>
                  <a:pt x="672370" y="1524000"/>
                </a:cubicBezTo>
                <a:cubicBezTo>
                  <a:pt x="744188" y="1522571"/>
                  <a:pt x="801243" y="1499997"/>
                  <a:pt x="843725" y="1456468"/>
                </a:cubicBezTo>
                <a:cubicBezTo>
                  <a:pt x="886111" y="1412939"/>
                  <a:pt x="907828" y="1357027"/>
                  <a:pt x="908876" y="1288733"/>
                </a:cubicBezTo>
                <a:cubicBezTo>
                  <a:pt x="907447" y="1220534"/>
                  <a:pt x="885158" y="1165003"/>
                  <a:pt x="841915" y="1121950"/>
                </a:cubicBezTo>
                <a:cubicBezTo>
                  <a:pt x="798576" y="1079087"/>
                  <a:pt x="742664" y="1056894"/>
                  <a:pt x="674084" y="1055465"/>
                </a:cubicBezTo>
                <a:lnTo>
                  <a:pt x="674084" y="1055465"/>
                </a:lnTo>
                <a:close/>
                <a:moveTo>
                  <a:pt x="1099090" y="0"/>
                </a:moveTo>
                <a:lnTo>
                  <a:pt x="1146048" y="0"/>
                </a:lnTo>
                <a:lnTo>
                  <a:pt x="769239" y="648462"/>
                </a:lnTo>
                <a:cubicBezTo>
                  <a:pt x="936212" y="669417"/>
                  <a:pt x="1072991" y="738188"/>
                  <a:pt x="1179767" y="854583"/>
                </a:cubicBezTo>
                <a:cubicBezTo>
                  <a:pt x="1286542" y="970979"/>
                  <a:pt x="1342073" y="1116425"/>
                  <a:pt x="1346454" y="1290733"/>
                </a:cubicBezTo>
                <a:cubicBezTo>
                  <a:pt x="1346454" y="1291304"/>
                  <a:pt x="1346454" y="1291876"/>
                  <a:pt x="1346454" y="1292447"/>
                </a:cubicBezTo>
                <a:cubicBezTo>
                  <a:pt x="1342454" y="1483043"/>
                  <a:pt x="1279398" y="1637919"/>
                  <a:pt x="1157478" y="1757363"/>
                </a:cubicBezTo>
                <a:cubicBezTo>
                  <a:pt x="1035558" y="1876711"/>
                  <a:pt x="873824" y="1938242"/>
                  <a:pt x="672275" y="1941957"/>
                </a:cubicBezTo>
                <a:cubicBezTo>
                  <a:pt x="474345" y="1938433"/>
                  <a:pt x="313944" y="1876997"/>
                  <a:pt x="190976" y="1757648"/>
                </a:cubicBezTo>
                <a:cubicBezTo>
                  <a:pt x="68199" y="1638205"/>
                  <a:pt x="4477" y="1482090"/>
                  <a:pt x="0" y="1289304"/>
                </a:cubicBezTo>
                <a:cubicBezTo>
                  <a:pt x="0" y="1288637"/>
                  <a:pt x="0" y="1287875"/>
                  <a:pt x="0" y="1287209"/>
                </a:cubicBezTo>
                <a:cubicBezTo>
                  <a:pt x="572" y="1223677"/>
                  <a:pt x="8763" y="1162907"/>
                  <a:pt x="24670" y="1104805"/>
                </a:cubicBezTo>
                <a:cubicBezTo>
                  <a:pt x="40577" y="1046702"/>
                  <a:pt x="62770" y="992315"/>
                  <a:pt x="91154" y="941642"/>
                </a:cubicBezTo>
                <a:lnTo>
                  <a:pt x="635413" y="0"/>
                </a:lnTo>
                <a:lnTo>
                  <a:pt x="681514" y="0"/>
                </a:lnTo>
                <a:lnTo>
                  <a:pt x="125254" y="961168"/>
                </a:lnTo>
                <a:cubicBezTo>
                  <a:pt x="98012" y="1009460"/>
                  <a:pt x="76772" y="1061085"/>
                  <a:pt x="61532" y="1116044"/>
                </a:cubicBezTo>
                <a:cubicBezTo>
                  <a:pt x="46196" y="1171004"/>
                  <a:pt x="38386" y="1228725"/>
                  <a:pt x="38005" y="1289209"/>
                </a:cubicBezTo>
                <a:cubicBezTo>
                  <a:pt x="42005" y="1470946"/>
                  <a:pt x="102108" y="1618107"/>
                  <a:pt x="218313" y="1730597"/>
                </a:cubicBezTo>
                <a:cubicBezTo>
                  <a:pt x="334518" y="1843088"/>
                  <a:pt x="485870" y="1901095"/>
                  <a:pt x="672370" y="1904429"/>
                </a:cubicBezTo>
                <a:cubicBezTo>
                  <a:pt x="862870" y="1900904"/>
                  <a:pt x="1015651" y="1842802"/>
                  <a:pt x="1130713" y="1730121"/>
                </a:cubicBezTo>
                <a:cubicBezTo>
                  <a:pt x="1245775" y="1617345"/>
                  <a:pt x="1305020" y="1470946"/>
                  <a:pt x="1308449" y="1290638"/>
                </a:cubicBezTo>
                <a:cubicBezTo>
                  <a:pt x="1304925" y="1124807"/>
                  <a:pt x="1251871" y="987076"/>
                  <a:pt x="1149191" y="877443"/>
                </a:cubicBezTo>
                <a:cubicBezTo>
                  <a:pt x="1046607" y="767810"/>
                  <a:pt x="913067" y="703136"/>
                  <a:pt x="748760" y="683609"/>
                </a:cubicBezTo>
                <a:lnTo>
                  <a:pt x="699611" y="768763"/>
                </a:lnTo>
                <a:cubicBezTo>
                  <a:pt x="849630" y="777621"/>
                  <a:pt x="972217" y="830104"/>
                  <a:pt x="1067467" y="926211"/>
                </a:cubicBezTo>
                <a:cubicBezTo>
                  <a:pt x="1162717" y="1022318"/>
                  <a:pt x="1211866" y="1143191"/>
                  <a:pt x="1215009" y="1288923"/>
                </a:cubicBezTo>
                <a:cubicBezTo>
                  <a:pt x="1212533" y="1442657"/>
                  <a:pt x="1162241" y="1567720"/>
                  <a:pt x="1064228" y="1664113"/>
                </a:cubicBezTo>
                <a:cubicBezTo>
                  <a:pt x="966216" y="1760601"/>
                  <a:pt x="835533" y="1810322"/>
                  <a:pt x="672275" y="1813274"/>
                </a:cubicBezTo>
                <a:cubicBezTo>
                  <a:pt x="513112" y="1810322"/>
                  <a:pt x="383953" y="1760887"/>
                  <a:pt x="284702" y="1664970"/>
                </a:cubicBezTo>
                <a:cubicBezTo>
                  <a:pt x="185452" y="1569053"/>
                  <a:pt x="134398" y="1444276"/>
                  <a:pt x="131350" y="1290638"/>
                </a:cubicBezTo>
                <a:cubicBezTo>
                  <a:pt x="131540" y="1239012"/>
                  <a:pt x="138208" y="1189482"/>
                  <a:pt x="151352" y="1142048"/>
                </a:cubicBezTo>
                <a:cubicBezTo>
                  <a:pt x="164497" y="1094613"/>
                  <a:pt x="182880" y="1050608"/>
                  <a:pt x="206502" y="1010126"/>
                </a:cubicBezTo>
                <a:lnTo>
                  <a:pt x="790194" y="0"/>
                </a:lnTo>
                <a:lnTo>
                  <a:pt x="836295" y="0"/>
                </a:lnTo>
                <a:lnTo>
                  <a:pt x="241744" y="1029653"/>
                </a:lnTo>
                <a:cubicBezTo>
                  <a:pt x="220028" y="1066324"/>
                  <a:pt x="202597" y="1106900"/>
                  <a:pt x="189548" y="1151477"/>
                </a:cubicBezTo>
                <a:cubicBezTo>
                  <a:pt x="176498" y="1195959"/>
                  <a:pt x="169736" y="1242441"/>
                  <a:pt x="169450" y="1290828"/>
                </a:cubicBezTo>
                <a:cubicBezTo>
                  <a:pt x="172403" y="1433322"/>
                  <a:pt x="220123" y="1549051"/>
                  <a:pt x="312611" y="1638205"/>
                </a:cubicBezTo>
                <a:cubicBezTo>
                  <a:pt x="405194" y="1727359"/>
                  <a:pt x="525113" y="1773269"/>
                  <a:pt x="672370" y="1776032"/>
                </a:cubicBezTo>
                <a:cubicBezTo>
                  <a:pt x="822960" y="1773174"/>
                  <a:pt x="944118" y="1726978"/>
                  <a:pt x="1035844" y="1637348"/>
                </a:cubicBezTo>
                <a:cubicBezTo>
                  <a:pt x="1127474" y="1547717"/>
                  <a:pt x="1174623" y="1431608"/>
                  <a:pt x="1177100" y="1289114"/>
                </a:cubicBezTo>
                <a:cubicBezTo>
                  <a:pt x="1173956" y="1148144"/>
                  <a:pt x="1126236" y="1032891"/>
                  <a:pt x="1033748" y="943165"/>
                </a:cubicBezTo>
                <a:cubicBezTo>
                  <a:pt x="941261" y="853440"/>
                  <a:pt x="822770" y="807149"/>
                  <a:pt x="678371" y="804196"/>
                </a:cubicBezTo>
                <a:lnTo>
                  <a:pt x="625793" y="894683"/>
                </a:lnTo>
                <a:cubicBezTo>
                  <a:pt x="641699" y="893064"/>
                  <a:pt x="657797" y="892207"/>
                  <a:pt x="674180" y="892112"/>
                </a:cubicBezTo>
                <a:cubicBezTo>
                  <a:pt x="792575" y="894493"/>
                  <a:pt x="889349" y="932498"/>
                  <a:pt x="964502" y="1005935"/>
                </a:cubicBezTo>
                <a:cubicBezTo>
                  <a:pt x="1039654" y="1079373"/>
                  <a:pt x="1078516" y="1173766"/>
                  <a:pt x="1080992" y="1289209"/>
                </a:cubicBezTo>
                <a:cubicBezTo>
                  <a:pt x="1080040" y="1405509"/>
                  <a:pt x="1042892" y="1500378"/>
                  <a:pt x="969359" y="1573911"/>
                </a:cubicBezTo>
                <a:cubicBezTo>
                  <a:pt x="895826" y="1647444"/>
                  <a:pt x="796862" y="1685354"/>
                  <a:pt x="672465" y="1687735"/>
                </a:cubicBezTo>
                <a:cubicBezTo>
                  <a:pt x="552831" y="1685449"/>
                  <a:pt x="455676" y="1647825"/>
                  <a:pt x="381095" y="1574768"/>
                </a:cubicBezTo>
                <a:cubicBezTo>
                  <a:pt x="306419" y="1501807"/>
                  <a:pt x="268034" y="1407128"/>
                  <a:pt x="265748" y="1290923"/>
                </a:cubicBezTo>
                <a:cubicBezTo>
                  <a:pt x="265938" y="1251490"/>
                  <a:pt x="270891" y="1213676"/>
                  <a:pt x="280702" y="1177481"/>
                </a:cubicBezTo>
                <a:cubicBezTo>
                  <a:pt x="290513" y="1141286"/>
                  <a:pt x="304133" y="1108043"/>
                  <a:pt x="321564" y="1077754"/>
                </a:cubicBezTo>
                <a:lnTo>
                  <a:pt x="943737" y="0"/>
                </a:lnTo>
                <a:lnTo>
                  <a:pt x="990505" y="0"/>
                </a:lnTo>
                <a:lnTo>
                  <a:pt x="355473" y="1096709"/>
                </a:lnTo>
                <a:cubicBezTo>
                  <a:pt x="339090" y="1123283"/>
                  <a:pt x="326326" y="1153287"/>
                  <a:pt x="317373" y="1186529"/>
                </a:cubicBezTo>
                <a:cubicBezTo>
                  <a:pt x="308324" y="1219867"/>
                  <a:pt x="303752" y="1254538"/>
                  <a:pt x="303657" y="1290733"/>
                </a:cubicBezTo>
                <a:cubicBezTo>
                  <a:pt x="305753" y="1396175"/>
                  <a:pt x="340614" y="1481900"/>
                  <a:pt x="408337" y="1548003"/>
                </a:cubicBezTo>
                <a:cubicBezTo>
                  <a:pt x="476060" y="1614107"/>
                  <a:pt x="564071" y="1648016"/>
                  <a:pt x="672465" y="1650111"/>
                </a:cubicBezTo>
                <a:cubicBezTo>
                  <a:pt x="784860" y="1648016"/>
                  <a:pt x="874300" y="1613630"/>
                  <a:pt x="940880" y="1547146"/>
                </a:cubicBezTo>
                <a:cubicBezTo>
                  <a:pt x="1007459" y="1480566"/>
                  <a:pt x="1041463" y="1394555"/>
                  <a:pt x="1043083" y="1289018"/>
                </a:cubicBezTo>
                <a:cubicBezTo>
                  <a:pt x="1040987" y="1183481"/>
                  <a:pt x="1006126" y="1097280"/>
                  <a:pt x="938403" y="1030510"/>
                </a:cubicBezTo>
                <a:cubicBezTo>
                  <a:pt x="870680" y="963740"/>
                  <a:pt x="782669" y="929354"/>
                  <a:pt x="674275" y="927163"/>
                </a:cubicBezTo>
                <a:cubicBezTo>
                  <a:pt x="649415" y="927354"/>
                  <a:pt x="625507" y="929735"/>
                  <a:pt x="602647" y="934593"/>
                </a:cubicBezTo>
                <a:lnTo>
                  <a:pt x="532352" y="1057275"/>
                </a:lnTo>
                <a:cubicBezTo>
                  <a:pt x="551593" y="1044988"/>
                  <a:pt x="573024" y="1035463"/>
                  <a:pt x="596741" y="1028510"/>
                </a:cubicBezTo>
                <a:cubicBezTo>
                  <a:pt x="620459" y="1021556"/>
                  <a:pt x="646271" y="1018127"/>
                  <a:pt x="674180" y="1017937"/>
                </a:cubicBezTo>
                <a:cubicBezTo>
                  <a:pt x="754761" y="1019556"/>
                  <a:pt x="819912" y="1045369"/>
                  <a:pt x="869823" y="1095470"/>
                </a:cubicBezTo>
                <a:cubicBezTo>
                  <a:pt x="919734" y="1145477"/>
                  <a:pt x="945356" y="1209961"/>
                  <a:pt x="946880" y="1288923"/>
                </a:cubicBezTo>
                <a:cubicBezTo>
                  <a:pt x="945737" y="1367885"/>
                  <a:pt x="920687" y="1432655"/>
                  <a:pt x="871728" y="1483233"/>
                </a:cubicBezTo>
                <a:cubicBezTo>
                  <a:pt x="822674" y="1533811"/>
                  <a:pt x="756285" y="1559909"/>
                  <a:pt x="672465" y="1561624"/>
                </a:cubicBezTo>
                <a:cubicBezTo>
                  <a:pt x="591884" y="1560005"/>
                  <a:pt x="526733" y="1534192"/>
                  <a:pt x="476822" y="1484090"/>
                </a:cubicBezTo>
                <a:cubicBezTo>
                  <a:pt x="426911" y="1433989"/>
                  <a:pt x="401288" y="1369600"/>
                  <a:pt x="399764" y="1290733"/>
                </a:cubicBezTo>
                <a:cubicBezTo>
                  <a:pt x="399764" y="1263968"/>
                  <a:pt x="402812" y="1237964"/>
                  <a:pt x="409004" y="1212628"/>
                </a:cubicBezTo>
                <a:cubicBezTo>
                  <a:pt x="415195" y="1187291"/>
                  <a:pt x="424529" y="1164050"/>
                  <a:pt x="437007" y="1142714"/>
                </a:cubicBezTo>
                <a:lnTo>
                  <a:pt x="1099090" y="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F6CBAE-27F6-4D26-9705-E53FC48868CF}"/>
              </a:ext>
            </a:extLst>
          </p:cNvPr>
          <p:cNvSpPr/>
          <p:nvPr/>
        </p:nvSpPr>
        <p:spPr>
          <a:xfrm>
            <a:off x="5987306" y="3651408"/>
            <a:ext cx="353750" cy="284267"/>
          </a:xfrm>
          <a:custGeom>
            <a:avLst/>
            <a:gdLst>
              <a:gd name="connsiteX0" fmla="*/ 195431 w 632936"/>
              <a:gd name="connsiteY0" fmla="*/ 369457 h 508357"/>
              <a:gd name="connsiteX1" fmla="*/ 391074 w 632936"/>
              <a:gd name="connsiteY1" fmla="*/ 446990 h 508357"/>
              <a:gd name="connsiteX2" fmla="*/ 413917 w 632936"/>
              <a:gd name="connsiteY2" fmla="*/ 474931 h 508357"/>
              <a:gd name="connsiteX3" fmla="*/ 391805 w 632936"/>
              <a:gd name="connsiteY3" fmla="*/ 508357 h 508357"/>
              <a:gd name="connsiteX4" fmla="*/ 391671 w 632936"/>
              <a:gd name="connsiteY4" fmla="*/ 508102 h 508357"/>
              <a:gd name="connsiteX5" fmla="*/ 363166 w 632936"/>
              <a:gd name="connsiteY5" fmla="*/ 473470 h 508357"/>
              <a:gd name="connsiteX6" fmla="*/ 195335 w 632936"/>
              <a:gd name="connsiteY6" fmla="*/ 406985 h 508357"/>
              <a:gd name="connsiteX7" fmla="*/ 79511 w 632936"/>
              <a:gd name="connsiteY7" fmla="*/ 432989 h 508357"/>
              <a:gd name="connsiteX8" fmla="*/ 34220 w 632936"/>
              <a:gd name="connsiteY8" fmla="*/ 463266 h 508357"/>
              <a:gd name="connsiteX9" fmla="*/ 0 w 632936"/>
              <a:gd name="connsiteY9" fmla="*/ 501392 h 508357"/>
              <a:gd name="connsiteX10" fmla="*/ 53603 w 632936"/>
              <a:gd name="connsiteY10" fmla="*/ 408795 h 508357"/>
              <a:gd name="connsiteX11" fmla="*/ 117992 w 632936"/>
              <a:gd name="connsiteY11" fmla="*/ 380030 h 508357"/>
              <a:gd name="connsiteX12" fmla="*/ 195431 w 632936"/>
              <a:gd name="connsiteY12" fmla="*/ 369457 h 508357"/>
              <a:gd name="connsiteX13" fmla="*/ 221001 w 632936"/>
              <a:gd name="connsiteY13" fmla="*/ 120302 h 508357"/>
              <a:gd name="connsiteX14" fmla="*/ 328234 w 632936"/>
              <a:gd name="connsiteY14" fmla="*/ 135106 h 508357"/>
              <a:gd name="connsiteX15" fmla="*/ 512154 w 632936"/>
              <a:gd name="connsiteY15" fmla="*/ 213830 h 508357"/>
              <a:gd name="connsiteX16" fmla="*/ 560147 w 632936"/>
              <a:gd name="connsiteY16" fmla="*/ 253886 h 508357"/>
              <a:gd name="connsiteX17" fmla="*/ 540696 w 632936"/>
              <a:gd name="connsiteY17" fmla="*/ 283289 h 508357"/>
              <a:gd name="connsiteX18" fmla="*/ 480760 w 632936"/>
              <a:gd name="connsiteY18" fmla="*/ 235534 h 508357"/>
              <a:gd name="connsiteX19" fmla="*/ 199622 w 632936"/>
              <a:gd name="connsiteY19" fmla="*/ 155716 h 508357"/>
              <a:gd name="connsiteX20" fmla="*/ 147044 w 632936"/>
              <a:gd name="connsiteY20" fmla="*/ 246203 h 508357"/>
              <a:gd name="connsiteX21" fmla="*/ 195431 w 632936"/>
              <a:gd name="connsiteY21" fmla="*/ 243632 h 508357"/>
              <a:gd name="connsiteX22" fmla="*/ 485753 w 632936"/>
              <a:gd name="connsiteY22" fmla="*/ 357455 h 508357"/>
              <a:gd name="connsiteX23" fmla="*/ 489042 w 632936"/>
              <a:gd name="connsiteY23" fmla="*/ 361371 h 508357"/>
              <a:gd name="connsiteX24" fmla="*/ 468406 w 632936"/>
              <a:gd name="connsiteY24" fmla="*/ 392564 h 508357"/>
              <a:gd name="connsiteX25" fmla="*/ 459654 w 632936"/>
              <a:gd name="connsiteY25" fmla="*/ 382030 h 508357"/>
              <a:gd name="connsiteX26" fmla="*/ 195526 w 632936"/>
              <a:gd name="connsiteY26" fmla="*/ 278683 h 508357"/>
              <a:gd name="connsiteX27" fmla="*/ 123898 w 632936"/>
              <a:gd name="connsiteY27" fmla="*/ 286113 h 508357"/>
              <a:gd name="connsiteX28" fmla="*/ 53603 w 632936"/>
              <a:gd name="connsiteY28" fmla="*/ 408795 h 508357"/>
              <a:gd name="connsiteX29" fmla="*/ 123802 w 632936"/>
              <a:gd name="connsiteY29" fmla="*/ 286113 h 508357"/>
              <a:gd name="connsiteX30" fmla="*/ 147043 w 632936"/>
              <a:gd name="connsiteY30" fmla="*/ 246108 h 508357"/>
              <a:gd name="connsiteX31" fmla="*/ 199622 w 632936"/>
              <a:gd name="connsiteY31" fmla="*/ 155620 h 508357"/>
              <a:gd name="connsiteX32" fmla="*/ 220957 w 632936"/>
              <a:gd name="connsiteY32" fmla="*/ 120378 h 508357"/>
              <a:gd name="connsiteX33" fmla="*/ 290575 w 632936"/>
              <a:gd name="connsiteY33" fmla="*/ 0 h 508357"/>
              <a:gd name="connsiteX34" fmla="*/ 410062 w 632936"/>
              <a:gd name="connsiteY34" fmla="*/ 24661 h 508357"/>
              <a:gd name="connsiteX35" fmla="*/ 615308 w 632936"/>
              <a:gd name="connsiteY35" fmla="*/ 127739 h 508357"/>
              <a:gd name="connsiteX36" fmla="*/ 632936 w 632936"/>
              <a:gd name="connsiteY36" fmla="*/ 143857 h 508357"/>
              <a:gd name="connsiteX37" fmla="*/ 611444 w 632936"/>
              <a:gd name="connsiteY37" fmla="*/ 176345 h 508357"/>
              <a:gd name="connsiteX38" fmla="*/ 587703 w 632936"/>
              <a:gd name="connsiteY38" fmla="*/ 155171 h 508357"/>
              <a:gd name="connsiteX39" fmla="*/ 387470 w 632936"/>
              <a:gd name="connsiteY39" fmla="*/ 58237 h 508357"/>
              <a:gd name="connsiteX40" fmla="*/ 270147 w 632936"/>
              <a:gd name="connsiteY40" fmla="*/ 35156 h 50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936" h="508357">
                <a:moveTo>
                  <a:pt x="195431" y="369457"/>
                </a:moveTo>
                <a:cubicBezTo>
                  <a:pt x="276012" y="371076"/>
                  <a:pt x="341163" y="396889"/>
                  <a:pt x="391074" y="446990"/>
                </a:cubicBezTo>
                <a:lnTo>
                  <a:pt x="413917" y="474931"/>
                </a:lnTo>
                <a:lnTo>
                  <a:pt x="391805" y="508357"/>
                </a:lnTo>
                <a:lnTo>
                  <a:pt x="391671" y="508102"/>
                </a:lnTo>
                <a:cubicBezTo>
                  <a:pt x="383478" y="495777"/>
                  <a:pt x="373977" y="484233"/>
                  <a:pt x="363166" y="473470"/>
                </a:cubicBezTo>
                <a:cubicBezTo>
                  <a:pt x="319827" y="430607"/>
                  <a:pt x="263915" y="408414"/>
                  <a:pt x="195335" y="406985"/>
                </a:cubicBezTo>
                <a:cubicBezTo>
                  <a:pt x="151520" y="407366"/>
                  <a:pt x="112849" y="416034"/>
                  <a:pt x="79511" y="432989"/>
                </a:cubicBezTo>
                <a:cubicBezTo>
                  <a:pt x="62795" y="441514"/>
                  <a:pt x="47698" y="451610"/>
                  <a:pt x="34220" y="463266"/>
                </a:cubicBezTo>
                <a:lnTo>
                  <a:pt x="0" y="501392"/>
                </a:lnTo>
                <a:lnTo>
                  <a:pt x="53603" y="408795"/>
                </a:lnTo>
                <a:cubicBezTo>
                  <a:pt x="72844" y="396508"/>
                  <a:pt x="94275" y="386983"/>
                  <a:pt x="117992" y="380030"/>
                </a:cubicBezTo>
                <a:cubicBezTo>
                  <a:pt x="141710" y="373076"/>
                  <a:pt x="167522" y="369647"/>
                  <a:pt x="195431" y="369457"/>
                </a:cubicBezTo>
                <a:close/>
                <a:moveTo>
                  <a:pt x="221001" y="120302"/>
                </a:moveTo>
                <a:lnTo>
                  <a:pt x="328234" y="135106"/>
                </a:lnTo>
                <a:cubicBezTo>
                  <a:pt x="396389" y="150442"/>
                  <a:pt x="457691" y="176683"/>
                  <a:pt x="512154" y="213830"/>
                </a:cubicBezTo>
                <a:lnTo>
                  <a:pt x="560147" y="253886"/>
                </a:lnTo>
                <a:lnTo>
                  <a:pt x="540696" y="283289"/>
                </a:lnTo>
                <a:lnTo>
                  <a:pt x="480760" y="235534"/>
                </a:lnTo>
                <a:cubicBezTo>
                  <a:pt x="401648" y="184523"/>
                  <a:pt x="307922" y="157931"/>
                  <a:pt x="199622" y="155716"/>
                </a:cubicBezTo>
                <a:lnTo>
                  <a:pt x="147044" y="246203"/>
                </a:lnTo>
                <a:cubicBezTo>
                  <a:pt x="162950" y="244584"/>
                  <a:pt x="179048" y="243727"/>
                  <a:pt x="195431" y="243632"/>
                </a:cubicBezTo>
                <a:cubicBezTo>
                  <a:pt x="313826" y="246013"/>
                  <a:pt x="410600" y="284018"/>
                  <a:pt x="485753" y="357455"/>
                </a:cubicBezTo>
                <a:lnTo>
                  <a:pt x="489042" y="361371"/>
                </a:lnTo>
                <a:lnTo>
                  <a:pt x="468406" y="392564"/>
                </a:lnTo>
                <a:lnTo>
                  <a:pt x="459654" y="382030"/>
                </a:lnTo>
                <a:cubicBezTo>
                  <a:pt x="391931" y="315260"/>
                  <a:pt x="303920" y="280874"/>
                  <a:pt x="195526" y="278683"/>
                </a:cubicBezTo>
                <a:cubicBezTo>
                  <a:pt x="170666" y="278874"/>
                  <a:pt x="146758" y="281255"/>
                  <a:pt x="123898" y="286113"/>
                </a:cubicBezTo>
                <a:lnTo>
                  <a:pt x="53603" y="408795"/>
                </a:lnTo>
                <a:lnTo>
                  <a:pt x="123802" y="286113"/>
                </a:lnTo>
                <a:lnTo>
                  <a:pt x="147043" y="246108"/>
                </a:lnTo>
                <a:lnTo>
                  <a:pt x="199622" y="155620"/>
                </a:lnTo>
                <a:lnTo>
                  <a:pt x="220957" y="120378"/>
                </a:lnTo>
                <a:close/>
                <a:moveTo>
                  <a:pt x="290575" y="0"/>
                </a:moveTo>
                <a:lnTo>
                  <a:pt x="410062" y="24661"/>
                </a:lnTo>
                <a:cubicBezTo>
                  <a:pt x="486006" y="47086"/>
                  <a:pt x="554413" y="81454"/>
                  <a:pt x="615308" y="127739"/>
                </a:cubicBezTo>
                <a:lnTo>
                  <a:pt x="632936" y="143857"/>
                </a:lnTo>
                <a:lnTo>
                  <a:pt x="611444" y="176345"/>
                </a:lnTo>
                <a:lnTo>
                  <a:pt x="587703" y="155171"/>
                </a:lnTo>
                <a:cubicBezTo>
                  <a:pt x="528678" y="111600"/>
                  <a:pt x="461926" y="79281"/>
                  <a:pt x="387470" y="58237"/>
                </a:cubicBezTo>
                <a:lnTo>
                  <a:pt x="270147" y="35156"/>
                </a:lnTo>
                <a:close/>
              </a:path>
            </a:pathLst>
          </a:custGeom>
          <a:gradFill flip="none" rotWithShape="1">
            <a:gsLst>
              <a:gs pos="47000">
                <a:srgbClr val="854505">
                  <a:alpha val="0"/>
                </a:srgbClr>
              </a:gs>
              <a:gs pos="33000">
                <a:srgbClr val="763D04"/>
              </a:gs>
            </a:gsLst>
            <a:lin ang="18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D7BAD9-6B3C-45C2-A1A9-36548BABF49C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CB6265-8625-4570-852F-2BAFF8ACA3FD}"/>
              </a:ext>
            </a:extLst>
          </p:cNvPr>
          <p:cNvGrpSpPr/>
          <p:nvPr/>
        </p:nvGrpSpPr>
        <p:grpSpPr>
          <a:xfrm>
            <a:off x="874714" y="3401144"/>
            <a:ext cx="2401484" cy="861201"/>
            <a:chOff x="874713" y="1958064"/>
            <a:chExt cx="2660120" cy="12229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15E52BC-8EB3-4B29-B2DF-E3EFDF525AEE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A1C3A26-CB11-45C4-8C62-53B7037E6CA8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C323D02-D042-455B-83AF-B154A7CBF8F8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5A29C83-6B72-49A8-990A-40521DCC4CFF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32450B3-CD2D-4880-BB27-660538A8C04F}"/>
              </a:ext>
            </a:extLst>
          </p:cNvPr>
          <p:cNvGrpSpPr/>
          <p:nvPr/>
        </p:nvGrpSpPr>
        <p:grpSpPr>
          <a:xfrm>
            <a:off x="1694267" y="1981637"/>
            <a:ext cx="2401484" cy="861201"/>
            <a:chOff x="874713" y="1958064"/>
            <a:chExt cx="2660120" cy="12229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D8AE822-7D3C-425B-9BCD-DE5C7865AAC1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80CF6C2-48DB-4DF0-B67D-88B35C1C9CAB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57E33CA-ABED-4E3F-B387-6BD4AD50ED24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7BE2467-0E9D-405E-BA7C-950410138C2E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72FDB4B-1684-459D-815B-3B51DE0C1F85}"/>
              </a:ext>
            </a:extLst>
          </p:cNvPr>
          <p:cNvGrpSpPr/>
          <p:nvPr/>
        </p:nvGrpSpPr>
        <p:grpSpPr>
          <a:xfrm>
            <a:off x="1694267" y="4820652"/>
            <a:ext cx="2401484" cy="861201"/>
            <a:chOff x="874713" y="1958064"/>
            <a:chExt cx="2660120" cy="122292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CC5A009-DA8F-44C2-9975-3532740C1067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EC538FA-15CC-4CBB-88C6-F78048D8DBE6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EFFD7BF-8D59-4607-8FC6-E8645E93F347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14941A6-C14A-41A9-AAE8-66082693C026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1BA12DF-CD40-402D-9AC1-EE7A28C9AAC0}"/>
              </a:ext>
            </a:extLst>
          </p:cNvPr>
          <p:cNvGrpSpPr/>
          <p:nvPr/>
        </p:nvGrpSpPr>
        <p:grpSpPr>
          <a:xfrm flipH="1">
            <a:off x="8920992" y="3401144"/>
            <a:ext cx="2401484" cy="861201"/>
            <a:chOff x="874713" y="1958064"/>
            <a:chExt cx="2660120" cy="122292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8C497B1-CD72-411C-A190-5055157C225A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6730717-06FD-4B29-89CE-CFBDADECB05F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739358B-C548-40BD-B81C-762C5B9FE477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357CA30-3370-4A25-BB82-CDE32D640470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A7FFC66-B756-4570-90CE-8DE252D7AAEB}"/>
              </a:ext>
            </a:extLst>
          </p:cNvPr>
          <p:cNvGrpSpPr/>
          <p:nvPr/>
        </p:nvGrpSpPr>
        <p:grpSpPr>
          <a:xfrm flipH="1">
            <a:off x="8101439" y="1981637"/>
            <a:ext cx="2401484" cy="861201"/>
            <a:chOff x="874713" y="1958064"/>
            <a:chExt cx="2660120" cy="122292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D246D0D-1149-4F59-84F8-588D5A55858B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260F3CD-A8C1-435D-A4D8-F415879EBBC6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520626F-1F31-49FC-BFC8-593071E35D33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843CA95-7EA3-434A-A84F-578E45FB5934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70D4F72-C0FD-4FFB-96B6-63F22B7F7B9C}"/>
              </a:ext>
            </a:extLst>
          </p:cNvPr>
          <p:cNvGrpSpPr/>
          <p:nvPr/>
        </p:nvGrpSpPr>
        <p:grpSpPr>
          <a:xfrm flipH="1">
            <a:off x="8101439" y="4820652"/>
            <a:ext cx="2401484" cy="861201"/>
            <a:chOff x="874713" y="1958064"/>
            <a:chExt cx="2660120" cy="122292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398519D-90EE-4FED-B269-282079F66F4D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C1827AF-3F66-4A1C-88B9-E9F7747B6B23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34EA9CC-00F5-4AFA-9D4D-565964DC9B3F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F725C97-30B8-4FAD-AAC5-BC67AD46A281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4093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ECC6A56-FDAF-42A2-B1A9-C6C1BF6504C5}"/>
              </a:ext>
            </a:extLst>
          </p:cNvPr>
          <p:cNvSpPr/>
          <p:nvPr/>
        </p:nvSpPr>
        <p:spPr>
          <a:xfrm flipH="1">
            <a:off x="0" y="4452846"/>
            <a:ext cx="12192000" cy="2405154"/>
          </a:xfrm>
          <a:custGeom>
            <a:avLst/>
            <a:gdLst>
              <a:gd name="connsiteX0" fmla="*/ 8748491 w 12192000"/>
              <a:gd name="connsiteY0" fmla="*/ 1233 h 2405154"/>
              <a:gd name="connsiteX1" fmla="*/ 4306531 w 12192000"/>
              <a:gd name="connsiteY1" fmla="*/ 1057349 h 2405154"/>
              <a:gd name="connsiteX2" fmla="*/ 308035 w 12192000"/>
              <a:gd name="connsiteY2" fmla="*/ 272447 h 2405154"/>
              <a:gd name="connsiteX3" fmla="*/ 0 w 12192000"/>
              <a:gd name="connsiteY3" fmla="*/ 222829 h 2405154"/>
              <a:gd name="connsiteX4" fmla="*/ 0 w 12192000"/>
              <a:gd name="connsiteY4" fmla="*/ 1491031 h 2405154"/>
              <a:gd name="connsiteX5" fmla="*/ 0 w 12192000"/>
              <a:gd name="connsiteY5" fmla="*/ 1894026 h 2405154"/>
              <a:gd name="connsiteX6" fmla="*/ 0 w 12192000"/>
              <a:gd name="connsiteY6" fmla="*/ 2104484 h 2405154"/>
              <a:gd name="connsiteX7" fmla="*/ 0 w 12192000"/>
              <a:gd name="connsiteY7" fmla="*/ 2405154 h 2405154"/>
              <a:gd name="connsiteX8" fmla="*/ 12192000 w 12192000"/>
              <a:gd name="connsiteY8" fmla="*/ 2405154 h 2405154"/>
              <a:gd name="connsiteX9" fmla="*/ 12192000 w 12192000"/>
              <a:gd name="connsiteY9" fmla="*/ 2104484 h 2405154"/>
              <a:gd name="connsiteX10" fmla="*/ 12192000 w 12192000"/>
              <a:gd name="connsiteY10" fmla="*/ 1894026 h 2405154"/>
              <a:gd name="connsiteX11" fmla="*/ 12192000 w 12192000"/>
              <a:gd name="connsiteY11" fmla="*/ 1491031 h 2405154"/>
              <a:gd name="connsiteX12" fmla="*/ 12192000 w 12192000"/>
              <a:gd name="connsiteY12" fmla="*/ 536959 h 2405154"/>
              <a:gd name="connsiteX13" fmla="*/ 12012914 w 12192000"/>
              <a:gd name="connsiteY13" fmla="*/ 498775 h 2405154"/>
              <a:gd name="connsiteX14" fmla="*/ 9144000 w 12192000"/>
              <a:gd name="connsiteY14" fmla="*/ 24961 h 2405154"/>
              <a:gd name="connsiteX15" fmla="*/ 8748491 w 12192000"/>
              <a:gd name="connsiteY15" fmla="*/ 1233 h 240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2405154">
                <a:moveTo>
                  <a:pt x="8748491" y="1233"/>
                </a:moveTo>
                <a:cubicBezTo>
                  <a:pt x="6837377" y="-41003"/>
                  <a:pt x="5887373" y="1015870"/>
                  <a:pt x="4306531" y="1057349"/>
                </a:cubicBezTo>
                <a:cubicBezTo>
                  <a:pt x="3147245" y="1087768"/>
                  <a:pt x="1509291" y="495451"/>
                  <a:pt x="308035" y="272447"/>
                </a:cubicBezTo>
                <a:lnTo>
                  <a:pt x="0" y="222829"/>
                </a:lnTo>
                <a:lnTo>
                  <a:pt x="0" y="1491031"/>
                </a:lnTo>
                <a:lnTo>
                  <a:pt x="0" y="1894026"/>
                </a:lnTo>
                <a:lnTo>
                  <a:pt x="0" y="2104484"/>
                </a:lnTo>
                <a:lnTo>
                  <a:pt x="0" y="2405154"/>
                </a:lnTo>
                <a:lnTo>
                  <a:pt x="12192000" y="2405154"/>
                </a:lnTo>
                <a:lnTo>
                  <a:pt x="12192000" y="2104484"/>
                </a:lnTo>
                <a:lnTo>
                  <a:pt x="12192000" y="1894026"/>
                </a:lnTo>
                <a:lnTo>
                  <a:pt x="12192000" y="1491031"/>
                </a:lnTo>
                <a:lnTo>
                  <a:pt x="12192000" y="536959"/>
                </a:lnTo>
                <a:lnTo>
                  <a:pt x="12012914" y="498775"/>
                </a:lnTo>
                <a:cubicBezTo>
                  <a:pt x="10881736" y="266063"/>
                  <a:pt x="9826113" y="91022"/>
                  <a:pt x="9144000" y="24961"/>
                </a:cubicBezTo>
                <a:cubicBezTo>
                  <a:pt x="9007578" y="11749"/>
                  <a:pt x="8875898" y="4049"/>
                  <a:pt x="8748491" y="12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27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0DE5F59-6D7B-4740-81C8-CB9D841628A2}"/>
              </a:ext>
            </a:extLst>
          </p:cNvPr>
          <p:cNvSpPr/>
          <p:nvPr/>
        </p:nvSpPr>
        <p:spPr>
          <a:xfrm>
            <a:off x="0" y="4452846"/>
            <a:ext cx="12192000" cy="2405154"/>
          </a:xfrm>
          <a:custGeom>
            <a:avLst/>
            <a:gdLst>
              <a:gd name="connsiteX0" fmla="*/ 8748491 w 12192000"/>
              <a:gd name="connsiteY0" fmla="*/ 1233 h 2405154"/>
              <a:gd name="connsiteX1" fmla="*/ 9144000 w 12192000"/>
              <a:gd name="connsiteY1" fmla="*/ 24961 h 2405154"/>
              <a:gd name="connsiteX2" fmla="*/ 12012914 w 12192000"/>
              <a:gd name="connsiteY2" fmla="*/ 498775 h 2405154"/>
              <a:gd name="connsiteX3" fmla="*/ 12192000 w 12192000"/>
              <a:gd name="connsiteY3" fmla="*/ 536959 h 2405154"/>
              <a:gd name="connsiteX4" fmla="*/ 12192000 w 12192000"/>
              <a:gd name="connsiteY4" fmla="*/ 1894026 h 2405154"/>
              <a:gd name="connsiteX5" fmla="*/ 12192000 w 12192000"/>
              <a:gd name="connsiteY5" fmla="*/ 2104484 h 2405154"/>
              <a:gd name="connsiteX6" fmla="*/ 12192000 w 12192000"/>
              <a:gd name="connsiteY6" fmla="*/ 2405154 h 2405154"/>
              <a:gd name="connsiteX7" fmla="*/ 0 w 12192000"/>
              <a:gd name="connsiteY7" fmla="*/ 2405154 h 2405154"/>
              <a:gd name="connsiteX8" fmla="*/ 0 w 12192000"/>
              <a:gd name="connsiteY8" fmla="*/ 2104484 h 2405154"/>
              <a:gd name="connsiteX9" fmla="*/ 0 w 12192000"/>
              <a:gd name="connsiteY9" fmla="*/ 1894026 h 2405154"/>
              <a:gd name="connsiteX10" fmla="*/ 0 w 12192000"/>
              <a:gd name="connsiteY10" fmla="*/ 222829 h 2405154"/>
              <a:gd name="connsiteX11" fmla="*/ 308035 w 12192000"/>
              <a:gd name="connsiteY11" fmla="*/ 272447 h 2405154"/>
              <a:gd name="connsiteX12" fmla="*/ 4306531 w 12192000"/>
              <a:gd name="connsiteY12" fmla="*/ 1057349 h 2405154"/>
              <a:gd name="connsiteX13" fmla="*/ 8748491 w 12192000"/>
              <a:gd name="connsiteY13" fmla="*/ 1233 h 240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2405154">
                <a:moveTo>
                  <a:pt x="8748491" y="1233"/>
                </a:moveTo>
                <a:cubicBezTo>
                  <a:pt x="8875898" y="4049"/>
                  <a:pt x="9007578" y="11749"/>
                  <a:pt x="9144000" y="24961"/>
                </a:cubicBezTo>
                <a:cubicBezTo>
                  <a:pt x="9826113" y="91022"/>
                  <a:pt x="10881736" y="266063"/>
                  <a:pt x="12012914" y="498775"/>
                </a:cubicBezTo>
                <a:lnTo>
                  <a:pt x="12192000" y="536959"/>
                </a:lnTo>
                <a:lnTo>
                  <a:pt x="12192000" y="1894026"/>
                </a:lnTo>
                <a:lnTo>
                  <a:pt x="12192000" y="2104484"/>
                </a:lnTo>
                <a:lnTo>
                  <a:pt x="12192000" y="2405154"/>
                </a:lnTo>
                <a:lnTo>
                  <a:pt x="0" y="2405154"/>
                </a:lnTo>
                <a:lnTo>
                  <a:pt x="0" y="2104484"/>
                </a:lnTo>
                <a:lnTo>
                  <a:pt x="0" y="1894026"/>
                </a:lnTo>
                <a:lnTo>
                  <a:pt x="0" y="222829"/>
                </a:lnTo>
                <a:lnTo>
                  <a:pt x="308035" y="272447"/>
                </a:lnTo>
                <a:cubicBezTo>
                  <a:pt x="1509291" y="495451"/>
                  <a:pt x="3147245" y="1087768"/>
                  <a:pt x="4306531" y="1057349"/>
                </a:cubicBezTo>
                <a:cubicBezTo>
                  <a:pt x="5887373" y="1015870"/>
                  <a:pt x="6837377" y="-41003"/>
                  <a:pt x="8748491" y="12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49F813B-1BF3-4D65-96BC-BF3E1BEFC29F}"/>
              </a:ext>
            </a:extLst>
          </p:cNvPr>
          <p:cNvGrpSpPr/>
          <p:nvPr/>
        </p:nvGrpSpPr>
        <p:grpSpPr>
          <a:xfrm>
            <a:off x="676276" y="2309643"/>
            <a:ext cx="1298574" cy="3184694"/>
            <a:chOff x="530226" y="2309643"/>
            <a:chExt cx="1298574" cy="318469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A1C3283-6750-477D-848C-001981EC7448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446F85A-0A76-4B88-BECC-A452CA8D8716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F5F4CAF-57B4-4F75-B0D7-853F728D5EA7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9CD187-65FB-4FC2-BE8C-7FF93A0BA1AF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18F30D7-12AD-460B-B4EF-E1F3820BE4A4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609B763-EEAD-451C-AEC4-3978E4708A9D}"/>
              </a:ext>
            </a:extLst>
          </p:cNvPr>
          <p:cNvGrpSpPr/>
          <p:nvPr/>
        </p:nvGrpSpPr>
        <p:grpSpPr>
          <a:xfrm>
            <a:off x="2584451" y="2792243"/>
            <a:ext cx="1298574" cy="3184694"/>
            <a:chOff x="530226" y="2309643"/>
            <a:chExt cx="1298574" cy="318469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2F8FA2B-ED72-477F-887D-B7D4A2A6003A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2193458-AEE0-455E-8143-B53291EE6D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FCDFF7B-EFCF-4BB3-87BB-F93A144B03AD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376E0AF-29FA-45DD-9434-E23CFBC82875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7DFE6DD-42C3-47D2-B7F1-8D31F47F06C2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E6EE6D-BB41-428A-9F06-080DCA684CA3}"/>
              </a:ext>
            </a:extLst>
          </p:cNvPr>
          <p:cNvGrpSpPr/>
          <p:nvPr/>
        </p:nvGrpSpPr>
        <p:grpSpPr>
          <a:xfrm>
            <a:off x="4492626" y="2632661"/>
            <a:ext cx="1298574" cy="3184694"/>
            <a:chOff x="530226" y="2309643"/>
            <a:chExt cx="1298574" cy="3184694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2D1BF38-873E-418C-BB76-A893FA43263A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C092979-7404-4E2F-BDFD-8B3234D921B9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910885C8-BA72-492C-BDCD-6634881BF1AB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30F8787-13A3-4E5C-A66A-6756E0219175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A633EB2-7A2D-4FB3-9EFF-DD11937B61B2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42BD330-1A90-449A-A347-3A935957DDAD}"/>
              </a:ext>
            </a:extLst>
          </p:cNvPr>
          <p:cNvGrpSpPr/>
          <p:nvPr/>
        </p:nvGrpSpPr>
        <p:grpSpPr>
          <a:xfrm>
            <a:off x="6400801" y="2116724"/>
            <a:ext cx="1298574" cy="3184694"/>
            <a:chOff x="530226" y="2309643"/>
            <a:chExt cx="1298574" cy="3184694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5E4559B-0986-484F-B5B7-FF43D71E22DA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1A94C39-A3C4-4501-AEB9-48BA2C9D1E3A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56C202B-3600-41ED-84B4-FD1ADBA4BBB7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F2A899B-9860-45DD-9827-BB9CE44A33FC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784D3C8-35BB-4C15-97CA-49EBFD64C15C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165B637-348A-409B-BB66-F41B8E96D02D}"/>
              </a:ext>
            </a:extLst>
          </p:cNvPr>
          <p:cNvGrpSpPr/>
          <p:nvPr/>
        </p:nvGrpSpPr>
        <p:grpSpPr>
          <a:xfrm>
            <a:off x="8308976" y="1836653"/>
            <a:ext cx="1298574" cy="3184694"/>
            <a:chOff x="530226" y="2309643"/>
            <a:chExt cx="1298574" cy="3184694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F2A80C02-EF0A-4133-8D08-F25C78A4CECD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C154B24-7182-47D6-AFF8-471DBCEAE303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62B752B6-5A16-4273-AF5E-E4A255467598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BEEBF59-D75B-4CDB-9A7C-551D8B7AF026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B9B03C8-586E-48BB-9B31-240F1937FE12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DB96084-7F39-4318-82D0-9AC4DB363074}"/>
              </a:ext>
            </a:extLst>
          </p:cNvPr>
          <p:cNvGrpSpPr/>
          <p:nvPr/>
        </p:nvGrpSpPr>
        <p:grpSpPr>
          <a:xfrm>
            <a:off x="10217150" y="1961314"/>
            <a:ext cx="1298574" cy="3184694"/>
            <a:chOff x="530226" y="2309643"/>
            <a:chExt cx="1298574" cy="3184694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ED98ACF-FA48-4E31-8DBD-B158FBDC3ABE}"/>
                </a:ext>
              </a:extLst>
            </p:cNvPr>
            <p:cNvSpPr/>
            <p:nvPr/>
          </p:nvSpPr>
          <p:spPr>
            <a:xfrm>
              <a:off x="663576" y="4462463"/>
              <a:ext cx="1031874" cy="1031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F6BADE2-ED9A-434B-AF82-6F2294E4867C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13" y="3041650"/>
              <a:ext cx="0" cy="1320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2B488860-DA02-483E-8EB5-12E19EA58ADC}"/>
                </a:ext>
              </a:extLst>
            </p:cNvPr>
            <p:cNvGrpSpPr/>
            <p:nvPr/>
          </p:nvGrpSpPr>
          <p:grpSpPr>
            <a:xfrm>
              <a:off x="530226" y="2309643"/>
              <a:ext cx="1298574" cy="584461"/>
              <a:chOff x="1540357" y="5119339"/>
              <a:chExt cx="3607052" cy="58446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06E0CE4-6020-4AC1-9C90-3F2A75400934}"/>
                  </a:ext>
                </a:extLst>
              </p:cNvPr>
              <p:cNvSpPr/>
              <p:nvPr/>
            </p:nvSpPr>
            <p:spPr>
              <a:xfrm>
                <a:off x="1540357" y="5539107"/>
                <a:ext cx="3602232" cy="164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6F020D3-DBA9-43CE-BED6-BEA8C761829E}"/>
                  </a:ext>
                </a:extLst>
              </p:cNvPr>
              <p:cNvSpPr/>
              <p:nvPr/>
            </p:nvSpPr>
            <p:spPr>
              <a:xfrm>
                <a:off x="1545185" y="5119339"/>
                <a:ext cx="3602224" cy="3214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9FE86F43-8843-4C30-B31D-639FD75BFC05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751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>
            <a:extLst>
              <a:ext uri="{FF2B5EF4-FFF2-40B4-BE49-F238E27FC236}">
                <a16:creationId xmlns:a16="http://schemas.microsoft.com/office/drawing/2014/main" id="{35438D86-68FF-439B-A384-7CAB70B406B0}"/>
              </a:ext>
            </a:extLst>
          </p:cNvPr>
          <p:cNvSpPr/>
          <p:nvPr/>
        </p:nvSpPr>
        <p:spPr>
          <a:xfrm>
            <a:off x="4862114" y="1310732"/>
            <a:ext cx="2472520" cy="2472512"/>
          </a:xfrm>
          <a:prstGeom prst="arc">
            <a:avLst>
              <a:gd name="adj1" fmla="val 8828031"/>
              <a:gd name="adj2" fmla="val 0"/>
            </a:avLst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6C099BB-04B1-4F9D-843A-457F0FBF6B98}"/>
              </a:ext>
            </a:extLst>
          </p:cNvPr>
          <p:cNvSpPr/>
          <p:nvPr/>
        </p:nvSpPr>
        <p:spPr>
          <a:xfrm>
            <a:off x="4519149" y="967768"/>
            <a:ext cx="3158449" cy="3158440"/>
          </a:xfrm>
          <a:prstGeom prst="ellipse">
            <a:avLst/>
          </a:prstGeom>
          <a:ln w="3175">
            <a:solidFill>
              <a:schemeClr val="accent1">
                <a:alpha val="3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F0A129D-0E76-4240-8D38-F66087EC89C7}"/>
              </a:ext>
            </a:extLst>
          </p:cNvPr>
          <p:cNvGrpSpPr/>
          <p:nvPr/>
        </p:nvGrpSpPr>
        <p:grpSpPr>
          <a:xfrm>
            <a:off x="4633753" y="1082372"/>
            <a:ext cx="2929240" cy="2929233"/>
            <a:chOff x="4729711" y="1561260"/>
            <a:chExt cx="2732578" cy="2732571"/>
          </a:xfrm>
        </p:grpSpPr>
        <p:sp>
          <p:nvSpPr>
            <p:cNvPr id="5" name="弧形 4">
              <a:extLst>
                <a:ext uri="{FF2B5EF4-FFF2-40B4-BE49-F238E27FC236}">
                  <a16:creationId xmlns:a16="http://schemas.microsoft.com/office/drawing/2014/main" id="{B70872C9-DEDF-48CF-ACAD-4678FEB2ECC6}"/>
                </a:ext>
              </a:extLst>
            </p:cNvPr>
            <p:cNvSpPr/>
            <p:nvPr/>
          </p:nvSpPr>
          <p:spPr>
            <a:xfrm>
              <a:off x="4802822" y="1634370"/>
              <a:ext cx="2586355" cy="2586349"/>
            </a:xfrm>
            <a:prstGeom prst="arc">
              <a:avLst>
                <a:gd name="adj1" fmla="val 16198173"/>
                <a:gd name="adj2" fmla="val 5294535"/>
              </a:avLst>
            </a:prstGeom>
            <a:ln w="9525">
              <a:gradFill>
                <a:gsLst>
                  <a:gs pos="0">
                    <a:schemeClr val="accent1">
                      <a:alpha val="69000"/>
                    </a:schemeClr>
                  </a:gs>
                  <a:gs pos="92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A641F4-153C-4228-888A-7777AB51BE1F}"/>
                </a:ext>
              </a:extLst>
            </p:cNvPr>
            <p:cNvSpPr/>
            <p:nvPr/>
          </p:nvSpPr>
          <p:spPr>
            <a:xfrm>
              <a:off x="4729711" y="1561260"/>
              <a:ext cx="2732578" cy="2732571"/>
            </a:xfrm>
            <a:prstGeom prst="ellips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6D6E6196-F2C7-478A-86F1-132A29821FF8}"/>
                </a:ext>
              </a:extLst>
            </p:cNvPr>
            <p:cNvSpPr/>
            <p:nvPr/>
          </p:nvSpPr>
          <p:spPr>
            <a:xfrm>
              <a:off x="4729711" y="1561260"/>
              <a:ext cx="2732578" cy="2732571"/>
            </a:xfrm>
            <a:prstGeom prst="arc">
              <a:avLst>
                <a:gd name="adj1" fmla="val 17352492"/>
                <a:gd name="adj2" fmla="val 18791981"/>
              </a:avLst>
            </a:prstGeom>
            <a:ln w="349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5008963F-D640-459B-A468-0A6A5792ED01}"/>
                </a:ext>
              </a:extLst>
            </p:cNvPr>
            <p:cNvSpPr/>
            <p:nvPr/>
          </p:nvSpPr>
          <p:spPr>
            <a:xfrm>
              <a:off x="4729711" y="1561260"/>
              <a:ext cx="2732578" cy="2732571"/>
            </a:xfrm>
            <a:prstGeom prst="arc">
              <a:avLst>
                <a:gd name="adj1" fmla="val 297837"/>
                <a:gd name="adj2" fmla="val 1582619"/>
              </a:avLst>
            </a:prstGeom>
            <a:ln w="349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E43045D9-50A9-4295-BCD2-509870F66B24}"/>
                </a:ext>
              </a:extLst>
            </p:cNvPr>
            <p:cNvSpPr/>
            <p:nvPr/>
          </p:nvSpPr>
          <p:spPr>
            <a:xfrm>
              <a:off x="4729711" y="1561260"/>
              <a:ext cx="2732578" cy="2732571"/>
            </a:xfrm>
            <a:prstGeom prst="arc">
              <a:avLst>
                <a:gd name="adj1" fmla="val 6187996"/>
                <a:gd name="adj2" fmla="val 8083446"/>
              </a:avLst>
            </a:prstGeom>
            <a:ln w="349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B19165B-CAE3-48BE-A357-40A9E91CB948}"/>
              </a:ext>
            </a:extLst>
          </p:cNvPr>
          <p:cNvCxnSpPr>
            <a:cxnSpLocks/>
          </p:cNvCxnSpPr>
          <p:nvPr/>
        </p:nvCxnSpPr>
        <p:spPr>
          <a:xfrm flipH="1">
            <a:off x="3878302" y="3650996"/>
            <a:ext cx="1883849" cy="425501"/>
          </a:xfrm>
          <a:prstGeom prst="line">
            <a:avLst/>
          </a:prstGeom>
          <a:noFill/>
          <a:ln w="12700" cap="rnd" cmpd="sng" algn="ctr"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7817699-7191-467D-A843-EDCF5DFE61E3}"/>
              </a:ext>
            </a:extLst>
          </p:cNvPr>
          <p:cNvCxnSpPr>
            <a:cxnSpLocks/>
          </p:cNvCxnSpPr>
          <p:nvPr/>
        </p:nvCxnSpPr>
        <p:spPr>
          <a:xfrm>
            <a:off x="6434598" y="3650996"/>
            <a:ext cx="1678680" cy="431482"/>
          </a:xfrm>
          <a:prstGeom prst="line">
            <a:avLst/>
          </a:prstGeom>
          <a:noFill/>
          <a:ln w="12700" cap="rnd" cmpd="sng" algn="ctr"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D501B59-EDEF-403C-9FAB-B9F4B6B950B2}"/>
              </a:ext>
            </a:extLst>
          </p:cNvPr>
          <p:cNvCxnSpPr>
            <a:cxnSpLocks/>
          </p:cNvCxnSpPr>
          <p:nvPr/>
        </p:nvCxnSpPr>
        <p:spPr>
          <a:xfrm flipV="1">
            <a:off x="6435304" y="1169106"/>
            <a:ext cx="2830119" cy="1103289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32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D126F55-C633-4748-B8E1-FEF87DDE481C}"/>
              </a:ext>
            </a:extLst>
          </p:cNvPr>
          <p:cNvCxnSpPr>
            <a:cxnSpLocks/>
          </p:cNvCxnSpPr>
          <p:nvPr/>
        </p:nvCxnSpPr>
        <p:spPr>
          <a:xfrm flipV="1">
            <a:off x="4960740" y="1727513"/>
            <a:ext cx="6151760" cy="1175805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61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83C188-604F-42DF-BEAF-726CA812380B}"/>
              </a:ext>
            </a:extLst>
          </p:cNvPr>
          <p:cNvCxnSpPr>
            <a:cxnSpLocks/>
          </p:cNvCxnSpPr>
          <p:nvPr/>
        </p:nvCxnSpPr>
        <p:spPr>
          <a:xfrm flipH="1" flipV="1">
            <a:off x="2931323" y="1169106"/>
            <a:ext cx="2830119" cy="1103289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32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F33FBBF-46BF-4188-8683-7662BB846855}"/>
              </a:ext>
            </a:extLst>
          </p:cNvPr>
          <p:cNvCxnSpPr>
            <a:cxnSpLocks/>
          </p:cNvCxnSpPr>
          <p:nvPr/>
        </p:nvCxnSpPr>
        <p:spPr>
          <a:xfrm flipH="1" flipV="1">
            <a:off x="1084247" y="1727513"/>
            <a:ext cx="6151760" cy="1175805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61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A2968EA-CBB6-4A77-B999-91D5C007FD3F}"/>
              </a:ext>
            </a:extLst>
          </p:cNvPr>
          <p:cNvCxnSpPr>
            <a:cxnSpLocks/>
          </p:cNvCxnSpPr>
          <p:nvPr/>
        </p:nvCxnSpPr>
        <p:spPr>
          <a:xfrm flipH="1">
            <a:off x="1013540" y="3180136"/>
            <a:ext cx="5486569" cy="645328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C3C001-85C8-4FC9-926C-CF7E6273B43D}"/>
              </a:ext>
            </a:extLst>
          </p:cNvPr>
          <p:cNvCxnSpPr>
            <a:cxnSpLocks/>
          </p:cNvCxnSpPr>
          <p:nvPr/>
        </p:nvCxnSpPr>
        <p:spPr>
          <a:xfrm>
            <a:off x="5696640" y="3180136"/>
            <a:ext cx="5241515" cy="272717"/>
          </a:xfrm>
          <a:prstGeom prst="line">
            <a:avLst/>
          </a:prstGeom>
          <a:noFill/>
          <a:ln w="12700" cap="rnd" cmpd="sng" algn="ctr"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55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B646C-6B55-4795-B1C3-3B07AF0D9177}"/>
              </a:ext>
            </a:extLst>
          </p:cNvPr>
          <p:cNvCxnSpPr>
            <a:cxnSpLocks/>
          </p:cNvCxnSpPr>
          <p:nvPr/>
        </p:nvCxnSpPr>
        <p:spPr>
          <a:xfrm flipH="1">
            <a:off x="3068015" y="3171027"/>
            <a:ext cx="2267743" cy="46675"/>
          </a:xfrm>
          <a:prstGeom prst="line">
            <a:avLst/>
          </a:prstGeom>
          <a:noFill/>
          <a:ln w="12700" cap="rnd" cmpd="sng" algn="ctr"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24E30E5-3EAD-43B7-BD29-9E824F92B878}"/>
              </a:ext>
            </a:extLst>
          </p:cNvPr>
          <p:cNvCxnSpPr>
            <a:cxnSpLocks/>
          </p:cNvCxnSpPr>
          <p:nvPr/>
        </p:nvCxnSpPr>
        <p:spPr>
          <a:xfrm>
            <a:off x="6860990" y="3171027"/>
            <a:ext cx="2267743" cy="46675"/>
          </a:xfrm>
          <a:prstGeom prst="line">
            <a:avLst/>
          </a:prstGeom>
          <a:noFill/>
          <a:ln w="12700" cap="rnd" cmpd="sng" algn="ctr"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CFEDE6E8-19B5-4A44-8795-28D500E102E3}"/>
              </a:ext>
            </a:extLst>
          </p:cNvPr>
          <p:cNvSpPr/>
          <p:nvPr/>
        </p:nvSpPr>
        <p:spPr>
          <a:xfrm>
            <a:off x="2071532" y="2155338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B706FE8-437B-4192-9235-5A9ABA341AA8}"/>
              </a:ext>
            </a:extLst>
          </p:cNvPr>
          <p:cNvSpPr/>
          <p:nvPr/>
        </p:nvSpPr>
        <p:spPr>
          <a:xfrm>
            <a:off x="8397520" y="3685938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5B17B73-6832-4A1A-B4FC-A543287C2D5E}"/>
              </a:ext>
            </a:extLst>
          </p:cNvPr>
          <p:cNvSpPr/>
          <p:nvPr/>
        </p:nvSpPr>
        <p:spPr>
          <a:xfrm>
            <a:off x="9206516" y="2181118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E7BA7D9-8F6D-4EC7-8808-51B72FCB6816}"/>
              </a:ext>
            </a:extLst>
          </p:cNvPr>
          <p:cNvCxnSpPr>
            <a:cxnSpLocks/>
          </p:cNvCxnSpPr>
          <p:nvPr/>
        </p:nvCxnSpPr>
        <p:spPr>
          <a:xfrm>
            <a:off x="6098374" y="3868069"/>
            <a:ext cx="0" cy="1091771"/>
          </a:xfrm>
          <a:prstGeom prst="line">
            <a:avLst/>
          </a:prstGeom>
          <a:noFill/>
          <a:ln w="12700" cap="rnd" cmpd="sng" algn="ctr">
            <a:gradFill>
              <a:gsLst>
                <a:gs pos="38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7FBDBE33-B324-42E9-9163-2F26D82D440A}"/>
              </a:ext>
            </a:extLst>
          </p:cNvPr>
          <p:cNvSpPr/>
          <p:nvPr/>
        </p:nvSpPr>
        <p:spPr>
          <a:xfrm>
            <a:off x="7139916" y="4959840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E460C9F-61B2-49A7-B5B5-E6D9C237971F}"/>
              </a:ext>
            </a:extLst>
          </p:cNvPr>
          <p:cNvSpPr/>
          <p:nvPr/>
        </p:nvSpPr>
        <p:spPr>
          <a:xfrm>
            <a:off x="4138132" y="4959840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9AD5E355-5F6B-4811-9A4C-536E12CD914F}"/>
              </a:ext>
            </a:extLst>
          </p:cNvPr>
          <p:cNvSpPr/>
          <p:nvPr/>
        </p:nvSpPr>
        <p:spPr>
          <a:xfrm>
            <a:off x="2744748" y="3685938"/>
            <a:ext cx="918700" cy="918700"/>
          </a:xfrm>
          <a:prstGeom prst="ellipse">
            <a:avLst/>
          </a:pr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40000"/>
                <a:lumOff val="60000"/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BCA8316-D09F-4828-A330-C9F47105AFDD}"/>
              </a:ext>
            </a:extLst>
          </p:cNvPr>
          <p:cNvCxnSpPr>
            <a:cxnSpLocks/>
          </p:cNvCxnSpPr>
          <p:nvPr/>
        </p:nvCxnSpPr>
        <p:spPr>
          <a:xfrm>
            <a:off x="6191302" y="3868069"/>
            <a:ext cx="1128078" cy="1091771"/>
          </a:xfrm>
          <a:prstGeom prst="line">
            <a:avLst/>
          </a:prstGeom>
          <a:noFill/>
          <a:ln w="12700" cap="rnd" cmpd="sng" algn="ctr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7000"/>
                  </a:schemeClr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D382CC7-0E9F-4385-938C-E6B1BCD0D14B}"/>
              </a:ext>
            </a:extLst>
          </p:cNvPr>
          <p:cNvCxnSpPr>
            <a:cxnSpLocks/>
          </p:cNvCxnSpPr>
          <p:nvPr/>
        </p:nvCxnSpPr>
        <p:spPr>
          <a:xfrm flipH="1">
            <a:off x="4877368" y="3868069"/>
            <a:ext cx="1128078" cy="1091771"/>
          </a:xfrm>
          <a:prstGeom prst="line">
            <a:avLst/>
          </a:prstGeom>
          <a:noFill/>
          <a:ln w="12700" cap="rnd" cmpd="sng" algn="ctr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7000"/>
                  </a:schemeClr>
                </a:gs>
              </a:gsLst>
              <a:lin ang="5400000" scaled="1"/>
            </a:gradFill>
            <a:prstDash val="solid"/>
            <a:round/>
            <a:headEnd w="lg" len="lg"/>
            <a:tailEnd type="none"/>
          </a:ln>
          <a:effectLst/>
        </p:spPr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6DFCFAC-823D-4475-807D-453CFBA8509C}"/>
              </a:ext>
            </a:extLst>
          </p:cNvPr>
          <p:cNvGrpSpPr/>
          <p:nvPr/>
        </p:nvGrpSpPr>
        <p:grpSpPr>
          <a:xfrm>
            <a:off x="486124" y="2153668"/>
            <a:ext cx="1348080" cy="918701"/>
            <a:chOff x="403029" y="2477072"/>
            <a:chExt cx="1348080" cy="86120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D146948-6CA1-4F49-9370-2F48A9314980}"/>
                </a:ext>
              </a:extLst>
            </p:cNvPr>
            <p:cNvSpPr/>
            <p:nvPr/>
          </p:nvSpPr>
          <p:spPr>
            <a:xfrm>
              <a:off x="723982" y="2477072"/>
              <a:ext cx="1027127" cy="26599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A4366D4A-06CA-43EA-92E4-7F8F7757E0B8}"/>
                </a:ext>
              </a:extLst>
            </p:cNvPr>
            <p:cNvSpPr/>
            <p:nvPr/>
          </p:nvSpPr>
          <p:spPr>
            <a:xfrm>
              <a:off x="403029" y="2902093"/>
              <a:ext cx="134808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DD35F83-C814-42EF-B70E-733032FD9DD1}"/>
                </a:ext>
              </a:extLst>
            </p:cNvPr>
            <p:cNvSpPr/>
            <p:nvPr/>
          </p:nvSpPr>
          <p:spPr>
            <a:xfrm>
              <a:off x="798949" y="3136855"/>
              <a:ext cx="95216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0FDDEC7-48E3-4678-AD8C-2040B20F7AB5}"/>
              </a:ext>
            </a:extLst>
          </p:cNvPr>
          <p:cNvGrpSpPr/>
          <p:nvPr/>
        </p:nvGrpSpPr>
        <p:grpSpPr>
          <a:xfrm>
            <a:off x="1159340" y="3685937"/>
            <a:ext cx="1348080" cy="918701"/>
            <a:chOff x="403029" y="2477072"/>
            <a:chExt cx="1348080" cy="861200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E05A706-7727-412B-8162-62ACC1C146D8}"/>
                </a:ext>
              </a:extLst>
            </p:cNvPr>
            <p:cNvSpPr/>
            <p:nvPr/>
          </p:nvSpPr>
          <p:spPr>
            <a:xfrm>
              <a:off x="723982" y="2477072"/>
              <a:ext cx="1027127" cy="26599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E836A18-578C-4F9F-AF2D-C4087C033910}"/>
                </a:ext>
              </a:extLst>
            </p:cNvPr>
            <p:cNvSpPr/>
            <p:nvPr/>
          </p:nvSpPr>
          <p:spPr>
            <a:xfrm>
              <a:off x="403029" y="2902093"/>
              <a:ext cx="134808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50C2948-7FE9-440A-8627-084E196BBD9C}"/>
                </a:ext>
              </a:extLst>
            </p:cNvPr>
            <p:cNvSpPr/>
            <p:nvPr/>
          </p:nvSpPr>
          <p:spPr>
            <a:xfrm>
              <a:off x="798949" y="3136855"/>
              <a:ext cx="95216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13944B1-AD7B-4259-B446-D84DB1CB4BDB}"/>
              </a:ext>
            </a:extLst>
          </p:cNvPr>
          <p:cNvGrpSpPr/>
          <p:nvPr/>
        </p:nvGrpSpPr>
        <p:grpSpPr>
          <a:xfrm>
            <a:off x="2552724" y="4959839"/>
            <a:ext cx="1348080" cy="918701"/>
            <a:chOff x="403029" y="2477072"/>
            <a:chExt cx="1348080" cy="861200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75FB84F-EE17-4F88-B2CE-8477518E66B1}"/>
                </a:ext>
              </a:extLst>
            </p:cNvPr>
            <p:cNvSpPr/>
            <p:nvPr/>
          </p:nvSpPr>
          <p:spPr>
            <a:xfrm>
              <a:off x="723982" y="2477072"/>
              <a:ext cx="1027127" cy="26599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A1F765B-73C3-4F27-A6CA-E3B1C7B5E67A}"/>
                </a:ext>
              </a:extLst>
            </p:cNvPr>
            <p:cNvSpPr/>
            <p:nvPr/>
          </p:nvSpPr>
          <p:spPr>
            <a:xfrm>
              <a:off x="403029" y="2902093"/>
              <a:ext cx="134808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1904C29-D535-4CC6-9B74-D088E954E324}"/>
                </a:ext>
              </a:extLst>
            </p:cNvPr>
            <p:cNvSpPr/>
            <p:nvPr/>
          </p:nvSpPr>
          <p:spPr>
            <a:xfrm>
              <a:off x="798949" y="3136855"/>
              <a:ext cx="952160" cy="201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C03F3C5-5BFF-4DE3-8D24-C8697FD1AC0E}"/>
              </a:ext>
            </a:extLst>
          </p:cNvPr>
          <p:cNvGrpSpPr/>
          <p:nvPr/>
        </p:nvGrpSpPr>
        <p:grpSpPr>
          <a:xfrm flipH="1">
            <a:off x="8291197" y="2153668"/>
            <a:ext cx="3414680" cy="3724872"/>
            <a:chOff x="7101421" y="2475401"/>
            <a:chExt cx="3414680" cy="3724872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E755A1D6-1031-4171-A546-8B9E6A7AA54E}"/>
                </a:ext>
              </a:extLst>
            </p:cNvPr>
            <p:cNvGrpSpPr/>
            <p:nvPr/>
          </p:nvGrpSpPr>
          <p:grpSpPr>
            <a:xfrm>
              <a:off x="7101421" y="2475401"/>
              <a:ext cx="1348080" cy="918701"/>
              <a:chOff x="403029" y="2477072"/>
              <a:chExt cx="1348080" cy="861200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9B1547F-3FD1-4291-8189-666BC79CC30D}"/>
                  </a:ext>
                </a:extLst>
              </p:cNvPr>
              <p:cNvSpPr/>
              <p:nvPr/>
            </p:nvSpPr>
            <p:spPr>
              <a:xfrm>
                <a:off x="723982" y="2477072"/>
                <a:ext cx="1027127" cy="26599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448EAA0F-72E2-45E3-964A-A9DD984A6E1B}"/>
                  </a:ext>
                </a:extLst>
              </p:cNvPr>
              <p:cNvSpPr/>
              <p:nvPr/>
            </p:nvSpPr>
            <p:spPr>
              <a:xfrm>
                <a:off x="403029" y="2902093"/>
                <a:ext cx="134808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7CC8D23-C2F7-4444-9335-35BF6A6028D0}"/>
                  </a:ext>
                </a:extLst>
              </p:cNvPr>
              <p:cNvSpPr/>
              <p:nvPr/>
            </p:nvSpPr>
            <p:spPr>
              <a:xfrm>
                <a:off x="798949" y="3136855"/>
                <a:ext cx="95216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F81FB3D-CD1C-4C3E-A275-2A86E04343E5}"/>
                </a:ext>
              </a:extLst>
            </p:cNvPr>
            <p:cNvGrpSpPr/>
            <p:nvPr/>
          </p:nvGrpSpPr>
          <p:grpSpPr>
            <a:xfrm>
              <a:off x="7774637" y="4007670"/>
              <a:ext cx="1348080" cy="918701"/>
              <a:chOff x="403029" y="2477072"/>
              <a:chExt cx="1348080" cy="861200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953547F-9FE0-4C9C-A52C-4EB83BE4F940}"/>
                  </a:ext>
                </a:extLst>
              </p:cNvPr>
              <p:cNvSpPr/>
              <p:nvPr/>
            </p:nvSpPr>
            <p:spPr>
              <a:xfrm>
                <a:off x="723982" y="2477072"/>
                <a:ext cx="1027127" cy="26599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790D8AD5-DB2A-4797-958C-3B3D02E2DB57}"/>
                  </a:ext>
                </a:extLst>
              </p:cNvPr>
              <p:cNvSpPr/>
              <p:nvPr/>
            </p:nvSpPr>
            <p:spPr>
              <a:xfrm>
                <a:off x="403029" y="2902093"/>
                <a:ext cx="134808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3BBFE239-2016-4B72-8503-8BD52785DFC8}"/>
                  </a:ext>
                </a:extLst>
              </p:cNvPr>
              <p:cNvSpPr/>
              <p:nvPr/>
            </p:nvSpPr>
            <p:spPr>
              <a:xfrm>
                <a:off x="798949" y="3136855"/>
                <a:ext cx="95216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490F4E5-73EF-410F-8946-A69D1D5FD3DD}"/>
                </a:ext>
              </a:extLst>
            </p:cNvPr>
            <p:cNvGrpSpPr/>
            <p:nvPr/>
          </p:nvGrpSpPr>
          <p:grpSpPr>
            <a:xfrm>
              <a:off x="9168021" y="5281572"/>
              <a:ext cx="1348080" cy="918701"/>
              <a:chOff x="403029" y="2477072"/>
              <a:chExt cx="1348080" cy="861200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FA82C93F-D829-4E4B-9019-BB4482091620}"/>
                  </a:ext>
                </a:extLst>
              </p:cNvPr>
              <p:cNvSpPr/>
              <p:nvPr/>
            </p:nvSpPr>
            <p:spPr>
              <a:xfrm>
                <a:off x="723982" y="2477072"/>
                <a:ext cx="1027127" cy="26599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5D887A46-5BFF-4405-A318-0C4243E6F306}"/>
                  </a:ext>
                </a:extLst>
              </p:cNvPr>
              <p:cNvSpPr/>
              <p:nvPr/>
            </p:nvSpPr>
            <p:spPr>
              <a:xfrm>
                <a:off x="403029" y="2902093"/>
                <a:ext cx="134808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86519B7-037A-493E-BD05-760442277374}"/>
                  </a:ext>
                </a:extLst>
              </p:cNvPr>
              <p:cNvSpPr/>
              <p:nvPr/>
            </p:nvSpPr>
            <p:spPr>
              <a:xfrm>
                <a:off x="798949" y="3136855"/>
                <a:ext cx="952160" cy="2014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B1A5C59-A845-4E58-9E76-297628A50E76}"/>
              </a:ext>
            </a:extLst>
          </p:cNvPr>
          <p:cNvGrpSpPr/>
          <p:nvPr/>
        </p:nvGrpSpPr>
        <p:grpSpPr>
          <a:xfrm>
            <a:off x="5214861" y="2165919"/>
            <a:ext cx="1762279" cy="720655"/>
            <a:chOff x="1695041" y="4112605"/>
            <a:chExt cx="1762279" cy="546836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164E6BF-14C4-4AB7-8B78-B10DDE1A6156}"/>
                </a:ext>
              </a:extLst>
            </p:cNvPr>
            <p:cNvSpPr/>
            <p:nvPr/>
          </p:nvSpPr>
          <p:spPr>
            <a:xfrm>
              <a:off x="1983353" y="4112605"/>
              <a:ext cx="1185654" cy="28817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DB474F6E-9878-4D22-B481-AA555B95797E}"/>
                </a:ext>
              </a:extLst>
            </p:cNvPr>
            <p:cNvSpPr/>
            <p:nvPr/>
          </p:nvSpPr>
          <p:spPr>
            <a:xfrm>
              <a:off x="1695041" y="4501032"/>
              <a:ext cx="1762279" cy="158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矩形 76">
            <a:extLst>
              <a:ext uri="{FF2B5EF4-FFF2-40B4-BE49-F238E27FC236}">
                <a16:creationId xmlns:a16="http://schemas.microsoft.com/office/drawing/2014/main" id="{8F10B6A8-069E-4B8A-8B98-A6293239E479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35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4786EFA0-2727-4CB7-BCE3-E358726F9F6A}"/>
              </a:ext>
            </a:extLst>
          </p:cNvPr>
          <p:cNvGrpSpPr/>
          <p:nvPr/>
        </p:nvGrpSpPr>
        <p:grpSpPr>
          <a:xfrm>
            <a:off x="863600" y="1110996"/>
            <a:ext cx="10464800" cy="5375094"/>
            <a:chOff x="965200" y="1163181"/>
            <a:chExt cx="10261600" cy="5270724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BF45C91-03C7-4F74-8AA0-3DA3046E7E6C}"/>
                </a:ext>
              </a:extLst>
            </p:cNvPr>
            <p:cNvSpPr/>
            <p:nvPr/>
          </p:nvSpPr>
          <p:spPr>
            <a:xfrm>
              <a:off x="965200" y="3629503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7B77F66-86D0-4B8B-9D50-77638261CDCF}"/>
                </a:ext>
              </a:extLst>
            </p:cNvPr>
            <p:cNvSpPr/>
            <p:nvPr/>
          </p:nvSpPr>
          <p:spPr>
            <a:xfrm>
              <a:off x="8972934" y="3629503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7B100C9-F553-4E9F-99E6-6B318F136FA9}"/>
                </a:ext>
              </a:extLst>
            </p:cNvPr>
            <p:cNvSpPr/>
            <p:nvPr/>
          </p:nvSpPr>
          <p:spPr>
            <a:xfrm>
              <a:off x="8800378" y="1933654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286D732-3D48-4A95-96E2-19A7F736D3C4}"/>
                </a:ext>
              </a:extLst>
            </p:cNvPr>
            <p:cNvSpPr/>
            <p:nvPr/>
          </p:nvSpPr>
          <p:spPr>
            <a:xfrm>
              <a:off x="8764559" y="5325352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8823CE5-1AF4-4F2E-8A04-B845E838B385}"/>
                </a:ext>
              </a:extLst>
            </p:cNvPr>
            <p:cNvSpPr/>
            <p:nvPr/>
          </p:nvSpPr>
          <p:spPr>
            <a:xfrm>
              <a:off x="1241148" y="5325352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9CD52B3-4E06-422A-B38C-A5BD8762864C}"/>
                </a:ext>
              </a:extLst>
            </p:cNvPr>
            <p:cNvSpPr/>
            <p:nvPr/>
          </p:nvSpPr>
          <p:spPr>
            <a:xfrm>
              <a:off x="1225591" y="1933654"/>
              <a:ext cx="2253866" cy="3380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94C32AD6-3B2E-4429-AC13-A1C26A26D29B}"/>
                </a:ext>
              </a:extLst>
            </p:cNvPr>
            <p:cNvSpPr/>
            <p:nvPr/>
          </p:nvSpPr>
          <p:spPr>
            <a:xfrm>
              <a:off x="3518701" y="1163181"/>
              <a:ext cx="5154597" cy="527072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30175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359AF92-7C0D-4685-9ABD-8EB2A618A158}"/>
                </a:ext>
              </a:extLst>
            </p:cNvPr>
            <p:cNvSpPr/>
            <p:nvPr/>
          </p:nvSpPr>
          <p:spPr>
            <a:xfrm>
              <a:off x="4395115" y="2059340"/>
              <a:ext cx="3401769" cy="347840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30175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6214392-E5D2-45C1-B097-18C4F029F676}"/>
                </a:ext>
              </a:extLst>
            </p:cNvPr>
            <p:cNvCxnSpPr>
              <a:cxnSpLocks/>
            </p:cNvCxnSpPr>
            <p:nvPr/>
          </p:nvCxnSpPr>
          <p:spPr>
            <a:xfrm>
              <a:off x="1225591" y="2719623"/>
              <a:ext cx="223407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7893A64-4C0A-4AD0-B1C8-C37F0C87EDCE}"/>
                </a:ext>
              </a:extLst>
            </p:cNvPr>
            <p:cNvCxnSpPr>
              <a:cxnSpLocks/>
            </p:cNvCxnSpPr>
            <p:nvPr/>
          </p:nvCxnSpPr>
          <p:spPr>
            <a:xfrm>
              <a:off x="1241148" y="4774697"/>
              <a:ext cx="221851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33A9E68-BADD-40AF-8EFC-D37E8D58786A}"/>
                </a:ext>
              </a:extLst>
            </p:cNvPr>
            <p:cNvCxnSpPr>
              <a:cxnSpLocks/>
            </p:cNvCxnSpPr>
            <p:nvPr/>
          </p:nvCxnSpPr>
          <p:spPr>
            <a:xfrm>
              <a:off x="8884053" y="4774697"/>
              <a:ext cx="221851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813B754-3E52-4508-B931-D3FDD23ADCD8}"/>
                </a:ext>
              </a:extLst>
            </p:cNvPr>
            <p:cNvCxnSpPr>
              <a:cxnSpLocks/>
            </p:cNvCxnSpPr>
            <p:nvPr/>
          </p:nvCxnSpPr>
          <p:spPr>
            <a:xfrm>
              <a:off x="8884053" y="2730976"/>
              <a:ext cx="221851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CCE97B9-EE21-4606-8C89-2BF7685847FA}"/>
                </a:ext>
              </a:extLst>
            </p:cNvPr>
            <p:cNvSpPr/>
            <p:nvPr/>
          </p:nvSpPr>
          <p:spPr>
            <a:xfrm>
              <a:off x="3842884" y="3287710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6E1C83D-DAA9-4A01-9622-703221DBB1D7}"/>
                </a:ext>
              </a:extLst>
            </p:cNvPr>
            <p:cNvSpPr/>
            <p:nvPr/>
          </p:nvSpPr>
          <p:spPr>
            <a:xfrm>
              <a:off x="6569198" y="1778845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C97A70E-2A73-49A4-8718-6F593A5D7439}"/>
                </a:ext>
              </a:extLst>
            </p:cNvPr>
            <p:cNvSpPr/>
            <p:nvPr/>
          </p:nvSpPr>
          <p:spPr>
            <a:xfrm>
              <a:off x="7327454" y="3287710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0FDCA16-4C19-48F7-841D-945DB95A4555}"/>
                </a:ext>
              </a:extLst>
            </p:cNvPr>
            <p:cNvSpPr/>
            <p:nvPr/>
          </p:nvSpPr>
          <p:spPr>
            <a:xfrm>
              <a:off x="6569198" y="4796574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07A772D-BEB7-47B0-90C1-F1320C826EAD}"/>
                </a:ext>
              </a:extLst>
            </p:cNvPr>
            <p:cNvSpPr/>
            <p:nvPr/>
          </p:nvSpPr>
          <p:spPr>
            <a:xfrm>
              <a:off x="4714027" y="4796574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E5DFC0B-8380-4EE5-B390-92748B04C4CC}"/>
                </a:ext>
              </a:extLst>
            </p:cNvPr>
            <p:cNvSpPr/>
            <p:nvPr/>
          </p:nvSpPr>
          <p:spPr>
            <a:xfrm>
              <a:off x="4714027" y="1778845"/>
              <a:ext cx="1021662" cy="102166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base">
                <a:lnSpc>
                  <a:spcPct val="120000"/>
                </a:lnSpc>
                <a:spcAft>
                  <a:spcPct val="0"/>
                </a:spcAft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7F786BA-DBA6-44FB-989D-B0DAE124D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6076" y="2050894"/>
              <a:ext cx="477562" cy="477564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C453B43-9CAA-4B40-8BFA-A2118DDFC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9691" y="2059340"/>
              <a:ext cx="460675" cy="46067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B67EC871-ECF1-4356-85A0-AD2F4621C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7673" y="3532498"/>
              <a:ext cx="532087" cy="53208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52AA829-B1E3-4638-9A0A-5D1917F84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4896" y="3585153"/>
              <a:ext cx="426776" cy="426775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FBC6A5A-98D6-4FE2-8280-4B26F59EF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8223" y="5005599"/>
              <a:ext cx="603613" cy="603613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2844AEF1-9BEA-4EFB-A74D-7FACB0082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7207" y="5059754"/>
              <a:ext cx="495301" cy="495301"/>
            </a:xfrm>
            <a:prstGeom prst="rect">
              <a:avLst/>
            </a:prstGeom>
          </p:spPr>
        </p:pic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510B5BEE-8907-4A73-89C3-05102D6BFD70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21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E4F9BAD-0A90-4101-9B92-3B138E26BDE8}"/>
              </a:ext>
            </a:extLst>
          </p:cNvPr>
          <p:cNvSpPr/>
          <p:nvPr/>
        </p:nvSpPr>
        <p:spPr>
          <a:xfrm flipH="1">
            <a:off x="5141380" y="-524933"/>
            <a:ext cx="7907866" cy="7907866"/>
          </a:xfrm>
          <a:prstGeom prst="ellipse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5E7A4DF-337D-43C0-BEE1-7566EC62A8DA}"/>
              </a:ext>
            </a:extLst>
          </p:cNvPr>
          <p:cNvSpPr/>
          <p:nvPr/>
        </p:nvSpPr>
        <p:spPr>
          <a:xfrm>
            <a:off x="-857246" y="-524933"/>
            <a:ext cx="7907866" cy="7907866"/>
          </a:xfrm>
          <a:prstGeom prst="ellipse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2F0A385-5C8B-4E68-9F85-6C2FA3EBBB6C}"/>
              </a:ext>
            </a:extLst>
          </p:cNvPr>
          <p:cNvSpPr/>
          <p:nvPr/>
        </p:nvSpPr>
        <p:spPr>
          <a:xfrm>
            <a:off x="6276429" y="2370666"/>
            <a:ext cx="2116668" cy="211666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266700" dist="266700" dir="5400000" sx="92000" sy="92000" algn="t" rotWithShape="0">
              <a:schemeClr val="accent1"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B41AA8-D92F-4398-8C9B-836F29FF1009}"/>
              </a:ext>
            </a:extLst>
          </p:cNvPr>
          <p:cNvSpPr/>
          <p:nvPr/>
        </p:nvSpPr>
        <p:spPr>
          <a:xfrm>
            <a:off x="3800377" y="2370666"/>
            <a:ext cx="2116668" cy="211666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266700" dist="266700" dir="5400000" sx="92000" sy="92000" algn="t" rotWithShape="0">
              <a:schemeClr val="accent1"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6E4E1FE-8641-43BD-ADBC-1FB7643D5B80}"/>
              </a:ext>
            </a:extLst>
          </p:cNvPr>
          <p:cNvCxnSpPr/>
          <p:nvPr/>
        </p:nvCxnSpPr>
        <p:spPr>
          <a:xfrm>
            <a:off x="515938" y="2648265"/>
            <a:ext cx="2946929" cy="0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2EEB0BF-F33E-4C0E-AE1A-2EE6270D1622}"/>
              </a:ext>
            </a:extLst>
          </p:cNvPr>
          <p:cNvCxnSpPr/>
          <p:nvPr/>
        </p:nvCxnSpPr>
        <p:spPr>
          <a:xfrm>
            <a:off x="515938" y="4209737"/>
            <a:ext cx="2946929" cy="0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BE0045F-EC69-4F6C-BE9D-7E929A12EE8C}"/>
              </a:ext>
            </a:extLst>
          </p:cNvPr>
          <p:cNvCxnSpPr/>
          <p:nvPr/>
        </p:nvCxnSpPr>
        <p:spPr>
          <a:xfrm>
            <a:off x="8728605" y="2648265"/>
            <a:ext cx="2946929" cy="0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E858100-C407-4CC1-9598-6A7E70699C7D}"/>
              </a:ext>
            </a:extLst>
          </p:cNvPr>
          <p:cNvCxnSpPr/>
          <p:nvPr/>
        </p:nvCxnSpPr>
        <p:spPr>
          <a:xfrm>
            <a:off x="8728605" y="4209737"/>
            <a:ext cx="2946929" cy="0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7FE4815-8F14-4DDB-AFD1-50CBC3FB87EB}"/>
              </a:ext>
            </a:extLst>
          </p:cNvPr>
          <p:cNvGrpSpPr/>
          <p:nvPr/>
        </p:nvGrpSpPr>
        <p:grpSpPr>
          <a:xfrm flipH="1">
            <a:off x="515938" y="2998400"/>
            <a:ext cx="2401484" cy="861201"/>
            <a:chOff x="874713" y="1958064"/>
            <a:chExt cx="2660120" cy="122292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9C2F2D0-238F-484C-BF98-252EFC4C941B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43C9D61-9E3B-4247-B8C0-7160DB6E36F2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8BFB8F-961F-431D-92BA-4425F0E4AA36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A15D080-D05D-4B18-B269-46B901641754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3FA38DC-9D1A-4D7D-9932-345E8F42A402}"/>
              </a:ext>
            </a:extLst>
          </p:cNvPr>
          <p:cNvGrpSpPr/>
          <p:nvPr/>
        </p:nvGrpSpPr>
        <p:grpSpPr>
          <a:xfrm flipH="1">
            <a:off x="515938" y="1408056"/>
            <a:ext cx="2401484" cy="861201"/>
            <a:chOff x="874713" y="1958064"/>
            <a:chExt cx="2660120" cy="122292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762A7C1-4D94-418A-8D42-12029291C487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4A7D1ED-3B7F-41A9-B429-7ACB0FF75BCE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57D799F-475B-4D70-933E-5F41C04F8277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4A9AA6F-4395-435E-9115-E0182932300B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DFA8069-62BB-4F95-8248-DD6D469184C4}"/>
              </a:ext>
            </a:extLst>
          </p:cNvPr>
          <p:cNvGrpSpPr/>
          <p:nvPr/>
        </p:nvGrpSpPr>
        <p:grpSpPr>
          <a:xfrm flipH="1">
            <a:off x="515938" y="4588743"/>
            <a:ext cx="2401484" cy="861201"/>
            <a:chOff x="874713" y="1958064"/>
            <a:chExt cx="2660120" cy="122292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2268AE0-FF20-4902-8BC7-1A2D38B6C9D7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E2EBCD1-A857-4486-A9C6-470BA8521175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4B142DC-0789-436E-BF75-3B2A05994983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72B8915-1687-4BC6-B5AB-DB2D658C3338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E8F3538-B654-4259-89EC-34B95EC6FC79}"/>
              </a:ext>
            </a:extLst>
          </p:cNvPr>
          <p:cNvGrpSpPr/>
          <p:nvPr/>
        </p:nvGrpSpPr>
        <p:grpSpPr>
          <a:xfrm>
            <a:off x="9306759" y="2998400"/>
            <a:ext cx="2401484" cy="861201"/>
            <a:chOff x="874713" y="1958064"/>
            <a:chExt cx="2660120" cy="122292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707CFAB-ECF8-4999-9DFE-0F30AE101ED0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2BBCD83-FAB8-49EE-9D78-F3B8DB033A9C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AF93A174-2876-4234-9555-EFC73EF3EBB8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F9811C32-399E-4A9A-B38D-29D1CFA5DF21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7601F07-C47A-459D-9489-3D18B2A833AF}"/>
              </a:ext>
            </a:extLst>
          </p:cNvPr>
          <p:cNvGrpSpPr/>
          <p:nvPr/>
        </p:nvGrpSpPr>
        <p:grpSpPr>
          <a:xfrm>
            <a:off x="9306759" y="1408056"/>
            <a:ext cx="2401484" cy="861201"/>
            <a:chOff x="874713" y="1958064"/>
            <a:chExt cx="2660120" cy="1222926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EB349B9-79BA-4558-99A8-D2EC1DF73757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5B8810F5-EB7F-4BAD-AB7A-B569126F8502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58075C7-0A9F-44B0-B24F-2859BBBD409F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644E40D-A0A5-449F-AD8D-5A74F472BDD8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B040A79-4969-46EC-A569-F595D76CA3B5}"/>
              </a:ext>
            </a:extLst>
          </p:cNvPr>
          <p:cNvGrpSpPr/>
          <p:nvPr/>
        </p:nvGrpSpPr>
        <p:grpSpPr>
          <a:xfrm>
            <a:off x="9306759" y="4588743"/>
            <a:ext cx="2401484" cy="861201"/>
            <a:chOff x="874713" y="1958064"/>
            <a:chExt cx="2660120" cy="122292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837EBA0-AA39-4093-9058-0F8FFA9A5600}"/>
                </a:ext>
              </a:extLst>
            </p:cNvPr>
            <p:cNvSpPr/>
            <p:nvPr/>
          </p:nvSpPr>
          <p:spPr>
            <a:xfrm>
              <a:off x="1745115" y="1958064"/>
              <a:ext cx="1789718" cy="3777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CBA032C-427D-4046-A779-BB496AE27488}"/>
                </a:ext>
              </a:extLst>
            </p:cNvPr>
            <p:cNvGrpSpPr/>
            <p:nvPr/>
          </p:nvGrpSpPr>
          <p:grpSpPr>
            <a:xfrm>
              <a:off x="874713" y="2561606"/>
              <a:ext cx="2660120" cy="619384"/>
              <a:chOff x="-774303" y="2838742"/>
              <a:chExt cx="4309136" cy="619384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4922AD8-8D6C-45E3-9B3B-C6C2CF5D8A92}"/>
                  </a:ext>
                </a:extLst>
              </p:cNvPr>
              <p:cNvSpPr/>
              <p:nvPr/>
            </p:nvSpPr>
            <p:spPr>
              <a:xfrm>
                <a:off x="-774303" y="2838742"/>
                <a:ext cx="4309136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05E591E-1E91-44A5-96AB-718DE1A206CA}"/>
                  </a:ext>
                </a:extLst>
              </p:cNvPr>
              <p:cNvSpPr/>
              <p:nvPr/>
            </p:nvSpPr>
            <p:spPr>
              <a:xfrm>
                <a:off x="847264" y="3172110"/>
                <a:ext cx="2687569" cy="286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754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弧形 31">
            <a:extLst>
              <a:ext uri="{FF2B5EF4-FFF2-40B4-BE49-F238E27FC236}">
                <a16:creationId xmlns:a16="http://schemas.microsoft.com/office/drawing/2014/main" id="{99C7C496-5637-44A8-ABBD-F1C4EAA1B7D5}"/>
              </a:ext>
            </a:extLst>
          </p:cNvPr>
          <p:cNvSpPr/>
          <p:nvPr/>
        </p:nvSpPr>
        <p:spPr>
          <a:xfrm>
            <a:off x="-1728788" y="-10291563"/>
            <a:ext cx="15649576" cy="15649576"/>
          </a:xfrm>
          <a:prstGeom prst="arc">
            <a:avLst>
              <a:gd name="adj1" fmla="val 2228558"/>
              <a:gd name="adj2" fmla="val 8649566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90E20C-A68B-43A9-9B85-E0625D19B5FB}"/>
              </a:ext>
            </a:extLst>
          </p:cNvPr>
          <p:cNvSpPr/>
          <p:nvPr/>
        </p:nvSpPr>
        <p:spPr>
          <a:xfrm>
            <a:off x="3741526" y="5634802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01B98D8-7C1D-49F1-950D-BEE4057A4163}"/>
              </a:ext>
            </a:extLst>
          </p:cNvPr>
          <p:cNvSpPr/>
          <p:nvPr/>
        </p:nvSpPr>
        <p:spPr>
          <a:xfrm flipH="1">
            <a:off x="3891365" y="4708278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1ACA2CA-9408-4866-9E42-A5240EAF80D7}"/>
              </a:ext>
            </a:extLst>
          </p:cNvPr>
          <p:cNvSpPr/>
          <p:nvPr/>
        </p:nvSpPr>
        <p:spPr>
          <a:xfrm flipH="1">
            <a:off x="3954325" y="4771238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735490-4EEE-4877-8DA4-9EFDCCB64F0E}"/>
              </a:ext>
            </a:extLst>
          </p:cNvPr>
          <p:cNvSpPr/>
          <p:nvPr/>
        </p:nvSpPr>
        <p:spPr>
          <a:xfrm>
            <a:off x="7342479" y="5634802"/>
            <a:ext cx="1107996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91C33BD1-E030-4A9E-AAF5-801A43C75279}"/>
              </a:ext>
            </a:extLst>
          </p:cNvPr>
          <p:cNvSpPr/>
          <p:nvPr/>
        </p:nvSpPr>
        <p:spPr>
          <a:xfrm flipH="1">
            <a:off x="7492316" y="4708278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E401E122-0400-4702-BA8C-D31ADD14C720}"/>
              </a:ext>
            </a:extLst>
          </p:cNvPr>
          <p:cNvSpPr/>
          <p:nvPr/>
        </p:nvSpPr>
        <p:spPr>
          <a:xfrm flipH="1">
            <a:off x="7555276" y="4771238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154CBE6-551E-4B6E-8D77-E019FB7217C4}"/>
              </a:ext>
            </a:extLst>
          </p:cNvPr>
          <p:cNvSpPr/>
          <p:nvPr/>
        </p:nvSpPr>
        <p:spPr>
          <a:xfrm>
            <a:off x="0" y="0"/>
            <a:ext cx="12192000" cy="4157568"/>
          </a:xfrm>
          <a:custGeom>
            <a:avLst/>
            <a:gdLst>
              <a:gd name="connsiteX0" fmla="*/ 0 w 12192000"/>
              <a:gd name="connsiteY0" fmla="*/ 0 h 4157568"/>
              <a:gd name="connsiteX1" fmla="*/ 12192000 w 12192000"/>
              <a:gd name="connsiteY1" fmla="*/ 0 h 4157568"/>
              <a:gd name="connsiteX2" fmla="*/ 12192000 w 12192000"/>
              <a:gd name="connsiteY2" fmla="*/ 419367 h 4157568"/>
              <a:gd name="connsiteX3" fmla="*/ 12185476 w 12192000"/>
              <a:gd name="connsiteY3" fmla="*/ 432856 h 4157568"/>
              <a:gd name="connsiteX4" fmla="*/ 6096002 w 12192000"/>
              <a:gd name="connsiteY4" fmla="*/ 4157568 h 4157568"/>
              <a:gd name="connsiteX5" fmla="*/ 6528 w 12192000"/>
              <a:gd name="connsiteY5" fmla="*/ 432856 h 4157568"/>
              <a:gd name="connsiteX6" fmla="*/ 0 w 12192000"/>
              <a:gd name="connsiteY6" fmla="*/ 419360 h 415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157568">
                <a:moveTo>
                  <a:pt x="0" y="0"/>
                </a:moveTo>
                <a:lnTo>
                  <a:pt x="12192000" y="0"/>
                </a:lnTo>
                <a:lnTo>
                  <a:pt x="12192000" y="419367"/>
                </a:lnTo>
                <a:lnTo>
                  <a:pt x="12185476" y="432856"/>
                </a:lnTo>
                <a:cubicBezTo>
                  <a:pt x="11052861" y="2644133"/>
                  <a:pt x="8751172" y="4157568"/>
                  <a:pt x="6096002" y="4157568"/>
                </a:cubicBezTo>
                <a:cubicBezTo>
                  <a:pt x="3440831" y="4157568"/>
                  <a:pt x="1139143" y="2644133"/>
                  <a:pt x="6528" y="432856"/>
                </a:cubicBezTo>
                <a:lnTo>
                  <a:pt x="0" y="41936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5B8964-D11B-4C45-A064-B77B6A4579F1}"/>
              </a:ext>
            </a:extLst>
          </p:cNvPr>
          <p:cNvSpPr/>
          <p:nvPr/>
        </p:nvSpPr>
        <p:spPr>
          <a:xfrm>
            <a:off x="5542004" y="5856131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6305F61-AB03-43F7-BA7E-9DFCFC230839}"/>
              </a:ext>
            </a:extLst>
          </p:cNvPr>
          <p:cNvSpPr/>
          <p:nvPr/>
        </p:nvSpPr>
        <p:spPr>
          <a:xfrm flipH="1">
            <a:off x="5691844" y="4929607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762EFB8-7FC1-45BB-B6EC-AD461EEA4C65}"/>
              </a:ext>
            </a:extLst>
          </p:cNvPr>
          <p:cNvSpPr/>
          <p:nvPr/>
        </p:nvSpPr>
        <p:spPr>
          <a:xfrm flipH="1">
            <a:off x="5754804" y="4992567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B3EE06-E107-4284-A93C-4572CA462E2C}"/>
              </a:ext>
            </a:extLst>
          </p:cNvPr>
          <p:cNvSpPr/>
          <p:nvPr/>
        </p:nvSpPr>
        <p:spPr>
          <a:xfrm>
            <a:off x="10570030" y="4112026"/>
            <a:ext cx="1107996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53050B18-B0BA-4A30-BEE1-4AD2B063355F}"/>
              </a:ext>
            </a:extLst>
          </p:cNvPr>
          <p:cNvSpPr/>
          <p:nvPr/>
        </p:nvSpPr>
        <p:spPr>
          <a:xfrm flipH="1">
            <a:off x="10719867" y="3185502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FDBCB6BD-11E4-45A3-9DA8-AE6D0CB4A757}"/>
              </a:ext>
            </a:extLst>
          </p:cNvPr>
          <p:cNvSpPr/>
          <p:nvPr/>
        </p:nvSpPr>
        <p:spPr>
          <a:xfrm flipH="1">
            <a:off x="10782827" y="3248462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4494E9-D45D-4D33-8676-5D9F02A29AB5}"/>
              </a:ext>
            </a:extLst>
          </p:cNvPr>
          <p:cNvSpPr/>
          <p:nvPr/>
        </p:nvSpPr>
        <p:spPr>
          <a:xfrm>
            <a:off x="513974" y="4112026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79B7121-0876-463B-B51C-B4DB869E0B0E}"/>
              </a:ext>
            </a:extLst>
          </p:cNvPr>
          <p:cNvSpPr/>
          <p:nvPr/>
        </p:nvSpPr>
        <p:spPr>
          <a:xfrm flipH="1">
            <a:off x="663813" y="3185502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63EBC20-E9A5-4B88-B49A-7B4D6DFC26B1}"/>
              </a:ext>
            </a:extLst>
          </p:cNvPr>
          <p:cNvSpPr/>
          <p:nvPr/>
        </p:nvSpPr>
        <p:spPr>
          <a:xfrm flipH="1">
            <a:off x="726773" y="3248462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620CDAB-42A7-4E07-94AD-EEF606C250E2}"/>
              </a:ext>
            </a:extLst>
          </p:cNvPr>
          <p:cNvSpPr/>
          <p:nvPr/>
        </p:nvSpPr>
        <p:spPr>
          <a:xfrm>
            <a:off x="4990383" y="958622"/>
            <a:ext cx="5252518" cy="3198946"/>
          </a:xfrm>
          <a:custGeom>
            <a:avLst/>
            <a:gdLst>
              <a:gd name="connsiteX0" fmla="*/ 3872301 w 5252518"/>
              <a:gd name="connsiteY0" fmla="*/ 0 h 3198946"/>
              <a:gd name="connsiteX1" fmla="*/ 5252518 w 5252518"/>
              <a:gd name="connsiteY1" fmla="*/ 1793607 h 3198946"/>
              <a:gd name="connsiteX2" fmla="*/ 5105530 w 5252518"/>
              <a:gd name="connsiteY2" fmla="*/ 1907523 h 3198946"/>
              <a:gd name="connsiteX3" fmla="*/ 1105619 w 5252518"/>
              <a:gd name="connsiteY3" fmla="*/ 3198946 h 3198946"/>
              <a:gd name="connsiteX4" fmla="*/ 128093 w 5252518"/>
              <a:gd name="connsiteY4" fmla="*/ 3129597 h 3198946"/>
              <a:gd name="connsiteX5" fmla="*/ 0 w 5252518"/>
              <a:gd name="connsiteY5" fmla="*/ 3108944 h 3198946"/>
              <a:gd name="connsiteX6" fmla="*/ 807748 w 5252518"/>
              <a:gd name="connsiteY6" fmla="*/ 2059269 h 3198946"/>
              <a:gd name="connsiteX7" fmla="*/ 1547700 w 5252518"/>
              <a:gd name="connsiteY7" fmla="*/ 3020842 h 3198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2518" h="3198946">
                <a:moveTo>
                  <a:pt x="3872301" y="0"/>
                </a:moveTo>
                <a:lnTo>
                  <a:pt x="5252518" y="1793607"/>
                </a:lnTo>
                <a:lnTo>
                  <a:pt x="5105530" y="1907523"/>
                </a:lnTo>
                <a:cubicBezTo>
                  <a:pt x="3980842" y="2720086"/>
                  <a:pt x="2599152" y="3198946"/>
                  <a:pt x="1105619" y="3198946"/>
                </a:cubicBezTo>
                <a:cubicBezTo>
                  <a:pt x="773723" y="3198946"/>
                  <a:pt x="447350" y="3175299"/>
                  <a:pt x="128093" y="3129597"/>
                </a:cubicBezTo>
                <a:lnTo>
                  <a:pt x="0" y="3108944"/>
                </a:lnTo>
                <a:lnTo>
                  <a:pt x="807748" y="2059269"/>
                </a:lnTo>
                <a:lnTo>
                  <a:pt x="1547700" y="302084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B093D40-DED3-4A25-A5D1-36C4B66FCC88}"/>
              </a:ext>
            </a:extLst>
          </p:cNvPr>
          <p:cNvSpPr/>
          <p:nvPr/>
        </p:nvSpPr>
        <p:spPr>
          <a:xfrm>
            <a:off x="2798450" y="637632"/>
            <a:ext cx="1285755" cy="1497848"/>
          </a:xfrm>
          <a:custGeom>
            <a:avLst/>
            <a:gdLst>
              <a:gd name="connsiteX0" fmla="*/ 428322 w 1000863"/>
              <a:gd name="connsiteY0" fmla="*/ 0 h 1165961"/>
              <a:gd name="connsiteX1" fmla="*/ 410926 w 1000863"/>
              <a:gd name="connsiteY1" fmla="*/ 14353 h 1165961"/>
              <a:gd name="connsiteX2" fmla="*/ 236220 w 1000863"/>
              <a:gd name="connsiteY2" fmla="*/ 436129 h 1165961"/>
              <a:gd name="connsiteX3" fmla="*/ 832702 w 1000863"/>
              <a:gd name="connsiteY3" fmla="*/ 1032611 h 1165961"/>
              <a:gd name="connsiteX4" fmla="*/ 952914 w 1000863"/>
              <a:gd name="connsiteY4" fmla="*/ 1020493 h 1165961"/>
              <a:gd name="connsiteX5" fmla="*/ 1000863 w 1000863"/>
              <a:gd name="connsiteY5" fmla="*/ 1005609 h 1165961"/>
              <a:gd name="connsiteX6" fmla="*/ 929981 w 1000863"/>
              <a:gd name="connsiteY6" fmla="*/ 1064092 h 1165961"/>
              <a:gd name="connsiteX7" fmla="*/ 596482 w 1000863"/>
              <a:gd name="connsiteY7" fmla="*/ 1165961 h 1165961"/>
              <a:gd name="connsiteX8" fmla="*/ 0 w 1000863"/>
              <a:gd name="connsiteY8" fmla="*/ 569479 h 1165961"/>
              <a:gd name="connsiteX9" fmla="*/ 364305 w 1000863"/>
              <a:gd name="connsiteY9" fmla="*/ 19872 h 116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863" h="1165961">
                <a:moveTo>
                  <a:pt x="428322" y="0"/>
                </a:moveTo>
                <a:lnTo>
                  <a:pt x="410926" y="14353"/>
                </a:lnTo>
                <a:cubicBezTo>
                  <a:pt x="302984" y="122295"/>
                  <a:pt x="236220" y="271415"/>
                  <a:pt x="236220" y="436129"/>
                </a:cubicBezTo>
                <a:cubicBezTo>
                  <a:pt x="236220" y="765557"/>
                  <a:pt x="503274" y="1032611"/>
                  <a:pt x="832702" y="1032611"/>
                </a:cubicBezTo>
                <a:cubicBezTo>
                  <a:pt x="873881" y="1032611"/>
                  <a:pt x="914085" y="1028439"/>
                  <a:pt x="952914" y="1020493"/>
                </a:cubicBezTo>
                <a:lnTo>
                  <a:pt x="1000863" y="1005609"/>
                </a:lnTo>
                <a:lnTo>
                  <a:pt x="929981" y="1064092"/>
                </a:lnTo>
                <a:cubicBezTo>
                  <a:pt x="834782" y="1128407"/>
                  <a:pt x="720018" y="1165961"/>
                  <a:pt x="596482" y="1165961"/>
                </a:cubicBezTo>
                <a:cubicBezTo>
                  <a:pt x="267054" y="1165961"/>
                  <a:pt x="0" y="898907"/>
                  <a:pt x="0" y="569479"/>
                </a:cubicBezTo>
                <a:cubicBezTo>
                  <a:pt x="0" y="322408"/>
                  <a:pt x="150218" y="110423"/>
                  <a:pt x="364305" y="1987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3B8E090-4F1E-49E6-88B5-4A829E88BC50}"/>
              </a:ext>
            </a:extLst>
          </p:cNvPr>
          <p:cNvSpPr/>
          <p:nvPr/>
        </p:nvSpPr>
        <p:spPr>
          <a:xfrm>
            <a:off x="2010669" y="5012241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391C75DF-6403-4D7F-B1AE-704DB4CAEDBC}"/>
              </a:ext>
            </a:extLst>
          </p:cNvPr>
          <p:cNvSpPr/>
          <p:nvPr/>
        </p:nvSpPr>
        <p:spPr>
          <a:xfrm flipH="1">
            <a:off x="2160508" y="4085717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1AF67361-DF48-4BDC-82A4-D39BF02CD4A0}"/>
              </a:ext>
            </a:extLst>
          </p:cNvPr>
          <p:cNvSpPr/>
          <p:nvPr/>
        </p:nvSpPr>
        <p:spPr>
          <a:xfrm flipH="1">
            <a:off x="2223468" y="4148677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211E8EA-0B86-40AE-9CDC-9D55574CB519}"/>
              </a:ext>
            </a:extLst>
          </p:cNvPr>
          <p:cNvSpPr/>
          <p:nvPr/>
        </p:nvSpPr>
        <p:spPr>
          <a:xfrm>
            <a:off x="9073336" y="5012241"/>
            <a:ext cx="1107996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6FADF5B8-5799-4BFB-BE40-4E60A7DBA138}"/>
              </a:ext>
            </a:extLst>
          </p:cNvPr>
          <p:cNvSpPr/>
          <p:nvPr/>
        </p:nvSpPr>
        <p:spPr>
          <a:xfrm flipH="1">
            <a:off x="9223173" y="4085717"/>
            <a:ext cx="808320" cy="808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26FCD9A-B45B-46BC-B459-43A176D39D51}"/>
              </a:ext>
            </a:extLst>
          </p:cNvPr>
          <p:cNvSpPr/>
          <p:nvPr/>
        </p:nvSpPr>
        <p:spPr>
          <a:xfrm flipH="1">
            <a:off x="9286133" y="4148677"/>
            <a:ext cx="682400" cy="68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251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A4C35D5-6E56-44D1-9934-0F85B28CEF26}"/>
              </a:ext>
            </a:extLst>
          </p:cNvPr>
          <p:cNvCxnSpPr>
            <a:cxnSpLocks/>
          </p:cNvCxnSpPr>
          <p:nvPr/>
        </p:nvCxnSpPr>
        <p:spPr>
          <a:xfrm flipH="1">
            <a:off x="6094235" y="2967862"/>
            <a:ext cx="1765" cy="1900471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6372385-55DE-4433-9290-92B6EC7CCFAB}"/>
              </a:ext>
            </a:extLst>
          </p:cNvPr>
          <p:cNvSpPr/>
          <p:nvPr/>
        </p:nvSpPr>
        <p:spPr>
          <a:xfrm>
            <a:off x="8610279" y="1110603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279BBF2-8414-4E08-BAD0-5FC68AC0C8F8}"/>
              </a:ext>
            </a:extLst>
          </p:cNvPr>
          <p:cNvSpPr/>
          <p:nvPr/>
        </p:nvSpPr>
        <p:spPr>
          <a:xfrm>
            <a:off x="1096456" y="2915204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B241DF-5726-497C-8259-EB5B60CE8CBB}"/>
              </a:ext>
            </a:extLst>
          </p:cNvPr>
          <p:cNvSpPr/>
          <p:nvPr/>
        </p:nvSpPr>
        <p:spPr>
          <a:xfrm>
            <a:off x="5604749" y="4876683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46B614B-4A73-490D-811F-B33F3A102CA5}"/>
              </a:ext>
            </a:extLst>
          </p:cNvPr>
          <p:cNvSpPr/>
          <p:nvPr/>
        </p:nvSpPr>
        <p:spPr>
          <a:xfrm>
            <a:off x="8366963" y="4538123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560545B-7458-41C7-BAF1-2351B8C13DBA}"/>
              </a:ext>
            </a:extLst>
          </p:cNvPr>
          <p:cNvSpPr/>
          <p:nvPr/>
        </p:nvSpPr>
        <p:spPr>
          <a:xfrm>
            <a:off x="2842536" y="4538123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2BF005F-F0BD-4F1E-A4D9-9400912B97F4}"/>
              </a:ext>
            </a:extLst>
          </p:cNvPr>
          <p:cNvSpPr/>
          <p:nvPr/>
        </p:nvSpPr>
        <p:spPr>
          <a:xfrm>
            <a:off x="10114159" y="2915722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99DC8B-0E6F-4090-B7F1-5EEC7C690FE6}"/>
              </a:ext>
            </a:extLst>
          </p:cNvPr>
          <p:cNvCxnSpPr>
            <a:cxnSpLocks/>
          </p:cNvCxnSpPr>
          <p:nvPr/>
        </p:nvCxnSpPr>
        <p:spPr>
          <a:xfrm flipV="1">
            <a:off x="6105685" y="1815108"/>
            <a:ext cx="2552825" cy="1152754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E361A13-50CA-4BE6-B13F-7D4FA7CBDF2A}"/>
              </a:ext>
            </a:extLst>
          </p:cNvPr>
          <p:cNvCxnSpPr>
            <a:cxnSpLocks/>
          </p:cNvCxnSpPr>
          <p:nvPr/>
        </p:nvCxnSpPr>
        <p:spPr>
          <a:xfrm>
            <a:off x="6117136" y="3015388"/>
            <a:ext cx="3999906" cy="389661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CC8276-7D43-4D04-8BE9-9F40ED87EC1E}"/>
              </a:ext>
            </a:extLst>
          </p:cNvPr>
          <p:cNvCxnSpPr>
            <a:cxnSpLocks/>
          </p:cNvCxnSpPr>
          <p:nvPr/>
        </p:nvCxnSpPr>
        <p:spPr>
          <a:xfrm>
            <a:off x="6096000" y="2976212"/>
            <a:ext cx="2348044" cy="1776828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DC3C1E7-863D-451F-83F3-682BCCD68B8B}"/>
              </a:ext>
            </a:extLst>
          </p:cNvPr>
          <p:cNvCxnSpPr>
            <a:cxnSpLocks/>
          </p:cNvCxnSpPr>
          <p:nvPr/>
        </p:nvCxnSpPr>
        <p:spPr>
          <a:xfrm flipH="1" flipV="1">
            <a:off x="3533492" y="1815108"/>
            <a:ext cx="2558523" cy="1155527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405F9C-2C07-4817-B179-34EED85874C7}"/>
              </a:ext>
            </a:extLst>
          </p:cNvPr>
          <p:cNvCxnSpPr>
            <a:cxnSpLocks/>
          </p:cNvCxnSpPr>
          <p:nvPr/>
        </p:nvCxnSpPr>
        <p:spPr>
          <a:xfrm flipH="1">
            <a:off x="2074960" y="2973463"/>
            <a:ext cx="4030725" cy="431586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FD65BB7-7595-420F-994E-590048AF7381}"/>
              </a:ext>
            </a:extLst>
          </p:cNvPr>
          <p:cNvCxnSpPr>
            <a:cxnSpLocks/>
          </p:cNvCxnSpPr>
          <p:nvPr/>
        </p:nvCxnSpPr>
        <p:spPr>
          <a:xfrm flipH="1">
            <a:off x="3747957" y="2976236"/>
            <a:ext cx="2348043" cy="1776804"/>
          </a:xfrm>
          <a:prstGeom prst="line">
            <a:avLst/>
          </a:prstGeom>
          <a:ln w="15875">
            <a:gradFill flip="none" rotWithShape="1">
              <a:gsLst>
                <a:gs pos="72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4AC5BA4B-B0EA-4500-AA99-F6F95F9E4C49}"/>
              </a:ext>
            </a:extLst>
          </p:cNvPr>
          <p:cNvSpPr/>
          <p:nvPr/>
        </p:nvSpPr>
        <p:spPr>
          <a:xfrm>
            <a:off x="2641844" y="4337431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CE9DE13-D72F-46D5-A0C0-270092BF6E48}"/>
              </a:ext>
            </a:extLst>
          </p:cNvPr>
          <p:cNvSpPr/>
          <p:nvPr/>
        </p:nvSpPr>
        <p:spPr>
          <a:xfrm>
            <a:off x="5404057" y="4675991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617439A-1FA2-4A26-B705-265AFB60D461}"/>
              </a:ext>
            </a:extLst>
          </p:cNvPr>
          <p:cNvSpPr/>
          <p:nvPr/>
        </p:nvSpPr>
        <p:spPr>
          <a:xfrm>
            <a:off x="8166271" y="4337431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1A2C95E-D18C-45DA-9E51-661347501279}"/>
              </a:ext>
            </a:extLst>
          </p:cNvPr>
          <p:cNvSpPr/>
          <p:nvPr/>
        </p:nvSpPr>
        <p:spPr>
          <a:xfrm>
            <a:off x="9913467" y="2715030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E903FE3-3973-4FF0-B032-AD0D18DEE7ED}"/>
              </a:ext>
            </a:extLst>
          </p:cNvPr>
          <p:cNvSpPr/>
          <p:nvPr/>
        </p:nvSpPr>
        <p:spPr>
          <a:xfrm>
            <a:off x="8409587" y="909911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1740C0E-EE78-4D48-85E4-E3C4078D565C}"/>
              </a:ext>
            </a:extLst>
          </p:cNvPr>
          <p:cNvSpPr/>
          <p:nvPr/>
        </p:nvSpPr>
        <p:spPr>
          <a:xfrm>
            <a:off x="2389136" y="916317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F6734DCE-5DF4-44F0-95A4-3A1AAA7100E9}"/>
              </a:ext>
            </a:extLst>
          </p:cNvPr>
          <p:cNvSpPr/>
          <p:nvPr/>
        </p:nvSpPr>
        <p:spPr>
          <a:xfrm>
            <a:off x="895764" y="2714512"/>
            <a:ext cx="1383886" cy="1383886"/>
          </a:xfrm>
          <a:prstGeom prst="ellipse">
            <a:avLst/>
          </a:prstGeom>
          <a:noFill/>
          <a:ln w="12700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2180539-9FD7-4E01-A51E-7FF6E3C9018E}"/>
              </a:ext>
            </a:extLst>
          </p:cNvPr>
          <p:cNvSpPr/>
          <p:nvPr/>
        </p:nvSpPr>
        <p:spPr>
          <a:xfrm>
            <a:off x="2589828" y="1117009"/>
            <a:ext cx="982502" cy="98250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9B6921B-DBFC-4C60-BCEC-E4F3B544C9B5}"/>
              </a:ext>
            </a:extLst>
          </p:cNvPr>
          <p:cNvSpPr/>
          <p:nvPr/>
        </p:nvSpPr>
        <p:spPr>
          <a:xfrm>
            <a:off x="5095935" y="1979087"/>
            <a:ext cx="2000130" cy="200013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C15ECE-72D3-4A0D-808B-833E1EF8D3ED}"/>
              </a:ext>
            </a:extLst>
          </p:cNvPr>
          <p:cNvSpPr/>
          <p:nvPr/>
        </p:nvSpPr>
        <p:spPr>
          <a:xfrm>
            <a:off x="2527080" y="2300203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F162AA5-A219-4D1B-8842-99CB81B7D4C6}"/>
              </a:ext>
            </a:extLst>
          </p:cNvPr>
          <p:cNvSpPr/>
          <p:nvPr/>
        </p:nvSpPr>
        <p:spPr>
          <a:xfrm>
            <a:off x="1033709" y="4098398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01D0FCC-BA1F-4909-A075-45D8F516EA7A}"/>
              </a:ext>
            </a:extLst>
          </p:cNvPr>
          <p:cNvSpPr/>
          <p:nvPr/>
        </p:nvSpPr>
        <p:spPr>
          <a:xfrm>
            <a:off x="2779788" y="5721317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9B438E6-599E-4B13-A26F-92DF4201208B}"/>
              </a:ext>
            </a:extLst>
          </p:cNvPr>
          <p:cNvSpPr/>
          <p:nvPr/>
        </p:nvSpPr>
        <p:spPr>
          <a:xfrm>
            <a:off x="5538016" y="6059877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EF41834-A2FE-46B7-A49E-AA32D1EECAB8}"/>
              </a:ext>
            </a:extLst>
          </p:cNvPr>
          <p:cNvSpPr/>
          <p:nvPr/>
        </p:nvSpPr>
        <p:spPr>
          <a:xfrm flipH="1">
            <a:off x="8571747" y="2300203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CF0244-8636-4DF9-83FA-1877D39B29F1}"/>
              </a:ext>
            </a:extLst>
          </p:cNvPr>
          <p:cNvSpPr/>
          <p:nvPr/>
        </p:nvSpPr>
        <p:spPr>
          <a:xfrm flipH="1">
            <a:off x="10065118" y="4098398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FF6D81-21A2-46A4-8FDC-EFEB1B3893D6}"/>
              </a:ext>
            </a:extLst>
          </p:cNvPr>
          <p:cNvSpPr/>
          <p:nvPr/>
        </p:nvSpPr>
        <p:spPr>
          <a:xfrm flipH="1">
            <a:off x="8319039" y="5721317"/>
            <a:ext cx="1107997" cy="264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347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7F1E6D13-3783-4166-A4AA-4B7491187E5A}"/>
              </a:ext>
            </a:extLst>
          </p:cNvPr>
          <p:cNvGrpSpPr/>
          <p:nvPr/>
        </p:nvGrpSpPr>
        <p:grpSpPr>
          <a:xfrm>
            <a:off x="800101" y="1895863"/>
            <a:ext cx="10591800" cy="4037720"/>
            <a:chOff x="584456" y="1813657"/>
            <a:chExt cx="11023089" cy="4202132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759FBAD-BCA4-45B7-8C15-578C5FA15FD3}"/>
                </a:ext>
              </a:extLst>
            </p:cNvPr>
            <p:cNvSpPr/>
            <p:nvPr/>
          </p:nvSpPr>
          <p:spPr>
            <a:xfrm>
              <a:off x="3122427" y="2697135"/>
              <a:ext cx="2435176" cy="2435176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605B97FC-C0E2-4B83-8340-73C9C35A3573}"/>
                </a:ext>
              </a:extLst>
            </p:cNvPr>
            <p:cNvSpPr/>
            <p:nvPr/>
          </p:nvSpPr>
          <p:spPr>
            <a:xfrm flipH="1">
              <a:off x="6707377" y="2697135"/>
              <a:ext cx="2435176" cy="2435176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5626DBB-F880-48D3-B7CE-F2E261725AD5}"/>
                </a:ext>
              </a:extLst>
            </p:cNvPr>
            <p:cNvSpPr/>
            <p:nvPr/>
          </p:nvSpPr>
          <p:spPr>
            <a:xfrm>
              <a:off x="3293371" y="2868078"/>
              <a:ext cx="2093289" cy="20932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D26B121-5497-44F4-909F-02508E697820}"/>
                </a:ext>
              </a:extLst>
            </p:cNvPr>
            <p:cNvSpPr/>
            <p:nvPr/>
          </p:nvSpPr>
          <p:spPr>
            <a:xfrm flipH="1">
              <a:off x="6878320" y="2868078"/>
              <a:ext cx="2093289" cy="20932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302619D3-705A-4A31-88C1-0E873940D417}"/>
                </a:ext>
              </a:extLst>
            </p:cNvPr>
            <p:cNvSpPr/>
            <p:nvPr/>
          </p:nvSpPr>
          <p:spPr>
            <a:xfrm>
              <a:off x="2390083" y="1964792"/>
              <a:ext cx="3899864" cy="3899861"/>
            </a:xfrm>
            <a:prstGeom prst="arc">
              <a:avLst>
                <a:gd name="adj1" fmla="val 1471227"/>
                <a:gd name="adj2" fmla="val 1298996"/>
              </a:avLst>
            </a:prstGeom>
            <a:noFill/>
            <a:ln w="2222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5B408C1F-F559-4F80-BBA5-18197CB59D14}"/>
                </a:ext>
              </a:extLst>
            </p:cNvPr>
            <p:cNvSpPr/>
            <p:nvPr/>
          </p:nvSpPr>
          <p:spPr>
            <a:xfrm>
              <a:off x="5975033" y="1964792"/>
              <a:ext cx="3899864" cy="3899861"/>
            </a:xfrm>
            <a:prstGeom prst="arc">
              <a:avLst>
                <a:gd name="adj1" fmla="val 12300824"/>
                <a:gd name="adj2" fmla="val 12102976"/>
              </a:avLst>
            </a:prstGeom>
            <a:noFill/>
            <a:ln w="2222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794460A-57CD-42F0-BA21-C845D802C556}"/>
                </a:ext>
              </a:extLst>
            </p:cNvPr>
            <p:cNvGrpSpPr/>
            <p:nvPr/>
          </p:nvGrpSpPr>
          <p:grpSpPr>
            <a:xfrm>
              <a:off x="3862389" y="3437963"/>
              <a:ext cx="955557" cy="953520"/>
              <a:chOff x="3546475" y="2606675"/>
              <a:chExt cx="746126" cy="744538"/>
            </a:xfrm>
            <a:solidFill>
              <a:schemeClr val="bg1"/>
            </a:solidFill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327FF396-6C9F-4375-8986-6135C595BD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3363" y="3048000"/>
                <a:ext cx="249238" cy="303213"/>
              </a:xfrm>
              <a:custGeom>
                <a:avLst/>
                <a:gdLst>
                  <a:gd name="T0" fmla="*/ 549 w 640"/>
                  <a:gd name="T1" fmla="*/ 110 h 784"/>
                  <a:gd name="T2" fmla="*/ 192 w 640"/>
                  <a:gd name="T3" fmla="*/ 208 h 784"/>
                  <a:gd name="T4" fmla="*/ 160 w 640"/>
                  <a:gd name="T5" fmla="*/ 208 h 784"/>
                  <a:gd name="T6" fmla="*/ 55 w 640"/>
                  <a:gd name="T7" fmla="*/ 409 h 784"/>
                  <a:gd name="T8" fmla="*/ 0 w 640"/>
                  <a:gd name="T9" fmla="*/ 624 h 784"/>
                  <a:gd name="T10" fmla="*/ 64 w 640"/>
                  <a:gd name="T11" fmla="*/ 624 h 784"/>
                  <a:gd name="T12" fmla="*/ 96 w 640"/>
                  <a:gd name="T13" fmla="*/ 464 h 784"/>
                  <a:gd name="T14" fmla="*/ 128 w 640"/>
                  <a:gd name="T15" fmla="*/ 496 h 784"/>
                  <a:gd name="T16" fmla="*/ 160 w 640"/>
                  <a:gd name="T17" fmla="*/ 784 h 784"/>
                  <a:gd name="T18" fmla="*/ 192 w 640"/>
                  <a:gd name="T19" fmla="*/ 496 h 784"/>
                  <a:gd name="T20" fmla="*/ 207 w 640"/>
                  <a:gd name="T21" fmla="*/ 444 h 784"/>
                  <a:gd name="T22" fmla="*/ 262 w 640"/>
                  <a:gd name="T23" fmla="*/ 404 h 784"/>
                  <a:gd name="T24" fmla="*/ 297 w 640"/>
                  <a:gd name="T25" fmla="*/ 400 h 784"/>
                  <a:gd name="T26" fmla="*/ 288 w 640"/>
                  <a:gd name="T27" fmla="*/ 651 h 784"/>
                  <a:gd name="T28" fmla="*/ 357 w 640"/>
                  <a:gd name="T29" fmla="*/ 770 h 784"/>
                  <a:gd name="T30" fmla="*/ 410 w 640"/>
                  <a:gd name="T31" fmla="*/ 770 h 784"/>
                  <a:gd name="T32" fmla="*/ 479 w 640"/>
                  <a:gd name="T33" fmla="*/ 651 h 784"/>
                  <a:gd name="T34" fmla="*/ 471 w 640"/>
                  <a:gd name="T35" fmla="*/ 400 h 784"/>
                  <a:gd name="T36" fmla="*/ 576 w 640"/>
                  <a:gd name="T37" fmla="*/ 496 h 784"/>
                  <a:gd name="T38" fmla="*/ 608 w 640"/>
                  <a:gd name="T39" fmla="*/ 784 h 784"/>
                  <a:gd name="T40" fmla="*/ 640 w 640"/>
                  <a:gd name="T41" fmla="*/ 496 h 784"/>
                  <a:gd name="T42" fmla="*/ 384 w 640"/>
                  <a:gd name="T43" fmla="*/ 80 h 784"/>
                  <a:gd name="T44" fmla="*/ 384 w 640"/>
                  <a:gd name="T45" fmla="*/ 336 h 784"/>
                  <a:gd name="T46" fmla="*/ 384 w 640"/>
                  <a:gd name="T47" fmla="*/ 80 h 784"/>
                  <a:gd name="T48" fmla="*/ 224 w 640"/>
                  <a:gd name="T49" fmla="*/ 336 h 784"/>
                  <a:gd name="T50" fmla="*/ 160 w 640"/>
                  <a:gd name="T51" fmla="*/ 400 h 784"/>
                  <a:gd name="T52" fmla="*/ 160 w 640"/>
                  <a:gd name="T53" fmla="*/ 272 h 784"/>
                  <a:gd name="T54" fmla="*/ 416 w 640"/>
                  <a:gd name="T55" fmla="*/ 649 h 784"/>
                  <a:gd name="T56" fmla="*/ 352 w 640"/>
                  <a:gd name="T57" fmla="*/ 649 h 784"/>
                  <a:gd name="T58" fmla="*/ 384 w 640"/>
                  <a:gd name="T59" fmla="*/ 454 h 784"/>
                  <a:gd name="T60" fmla="*/ 404 w 640"/>
                  <a:gd name="T61" fmla="*/ 400 h 784"/>
                  <a:gd name="T62" fmla="*/ 384 w 640"/>
                  <a:gd name="T63" fmla="*/ 469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40" h="784">
                    <a:moveTo>
                      <a:pt x="522" y="341"/>
                    </a:moveTo>
                    <a:cubicBezTo>
                      <a:pt x="582" y="279"/>
                      <a:pt x="593" y="185"/>
                      <a:pt x="549" y="110"/>
                    </a:cubicBezTo>
                    <a:cubicBezTo>
                      <a:pt x="505" y="36"/>
                      <a:pt x="417" y="0"/>
                      <a:pt x="333" y="23"/>
                    </a:cubicBezTo>
                    <a:cubicBezTo>
                      <a:pt x="250" y="46"/>
                      <a:pt x="192" y="121"/>
                      <a:pt x="192" y="208"/>
                    </a:cubicBezTo>
                    <a:cubicBezTo>
                      <a:pt x="192" y="212"/>
                      <a:pt x="192" y="212"/>
                      <a:pt x="192" y="212"/>
                    </a:cubicBezTo>
                    <a:cubicBezTo>
                      <a:pt x="182" y="209"/>
                      <a:pt x="171" y="208"/>
                      <a:pt x="160" y="208"/>
                    </a:cubicBezTo>
                    <a:cubicBezTo>
                      <a:pt x="112" y="208"/>
                      <a:pt x="69" y="235"/>
                      <a:pt x="46" y="277"/>
                    </a:cubicBezTo>
                    <a:cubicBezTo>
                      <a:pt x="24" y="319"/>
                      <a:pt x="28" y="370"/>
                      <a:pt x="55" y="409"/>
                    </a:cubicBezTo>
                    <a:cubicBezTo>
                      <a:pt x="21" y="425"/>
                      <a:pt x="0" y="459"/>
                      <a:pt x="0" y="496"/>
                    </a:cubicBezTo>
                    <a:cubicBezTo>
                      <a:pt x="0" y="624"/>
                      <a:pt x="0" y="624"/>
                      <a:pt x="0" y="624"/>
                    </a:cubicBezTo>
                    <a:cubicBezTo>
                      <a:pt x="0" y="642"/>
                      <a:pt x="14" y="656"/>
                      <a:pt x="32" y="656"/>
                    </a:cubicBezTo>
                    <a:cubicBezTo>
                      <a:pt x="50" y="656"/>
                      <a:pt x="64" y="642"/>
                      <a:pt x="64" y="624"/>
                    </a:cubicBezTo>
                    <a:cubicBezTo>
                      <a:pt x="64" y="496"/>
                      <a:pt x="64" y="496"/>
                      <a:pt x="64" y="496"/>
                    </a:cubicBezTo>
                    <a:cubicBezTo>
                      <a:pt x="64" y="478"/>
                      <a:pt x="78" y="464"/>
                      <a:pt x="96" y="464"/>
                    </a:cubicBezTo>
                    <a:cubicBezTo>
                      <a:pt x="131" y="464"/>
                      <a:pt x="131" y="464"/>
                      <a:pt x="131" y="464"/>
                    </a:cubicBezTo>
                    <a:cubicBezTo>
                      <a:pt x="129" y="475"/>
                      <a:pt x="128" y="485"/>
                      <a:pt x="128" y="496"/>
                    </a:cubicBezTo>
                    <a:cubicBezTo>
                      <a:pt x="128" y="752"/>
                      <a:pt x="128" y="752"/>
                      <a:pt x="128" y="752"/>
                    </a:cubicBezTo>
                    <a:cubicBezTo>
                      <a:pt x="128" y="770"/>
                      <a:pt x="142" y="784"/>
                      <a:pt x="160" y="784"/>
                    </a:cubicBezTo>
                    <a:cubicBezTo>
                      <a:pt x="178" y="784"/>
                      <a:pt x="192" y="770"/>
                      <a:pt x="192" y="752"/>
                    </a:cubicBezTo>
                    <a:cubicBezTo>
                      <a:pt x="192" y="496"/>
                      <a:pt x="192" y="496"/>
                      <a:pt x="192" y="496"/>
                    </a:cubicBezTo>
                    <a:cubicBezTo>
                      <a:pt x="192" y="481"/>
                      <a:pt x="196" y="466"/>
                      <a:pt x="203" y="452"/>
                    </a:cubicBezTo>
                    <a:cubicBezTo>
                      <a:pt x="205" y="450"/>
                      <a:pt x="206" y="447"/>
                      <a:pt x="207" y="444"/>
                    </a:cubicBezTo>
                    <a:cubicBezTo>
                      <a:pt x="218" y="427"/>
                      <a:pt x="234" y="414"/>
                      <a:pt x="253" y="407"/>
                    </a:cubicBezTo>
                    <a:cubicBezTo>
                      <a:pt x="256" y="406"/>
                      <a:pt x="259" y="405"/>
                      <a:pt x="262" y="404"/>
                    </a:cubicBezTo>
                    <a:cubicBezTo>
                      <a:pt x="271" y="401"/>
                      <a:pt x="279" y="400"/>
                      <a:pt x="288" y="400"/>
                    </a:cubicBezTo>
                    <a:cubicBezTo>
                      <a:pt x="297" y="400"/>
                      <a:pt x="297" y="400"/>
                      <a:pt x="297" y="400"/>
                    </a:cubicBezTo>
                    <a:cubicBezTo>
                      <a:pt x="320" y="467"/>
                      <a:pt x="320" y="467"/>
                      <a:pt x="320" y="467"/>
                    </a:cubicBezTo>
                    <a:cubicBezTo>
                      <a:pt x="288" y="651"/>
                      <a:pt x="288" y="651"/>
                      <a:pt x="288" y="651"/>
                    </a:cubicBezTo>
                    <a:cubicBezTo>
                      <a:pt x="287" y="659"/>
                      <a:pt x="289" y="667"/>
                      <a:pt x="293" y="674"/>
                    </a:cubicBezTo>
                    <a:cubicBezTo>
                      <a:pt x="357" y="770"/>
                      <a:pt x="357" y="770"/>
                      <a:pt x="357" y="770"/>
                    </a:cubicBezTo>
                    <a:cubicBezTo>
                      <a:pt x="363" y="778"/>
                      <a:pt x="373" y="784"/>
                      <a:pt x="384" y="784"/>
                    </a:cubicBezTo>
                    <a:cubicBezTo>
                      <a:pt x="394" y="784"/>
                      <a:pt x="404" y="778"/>
                      <a:pt x="410" y="770"/>
                    </a:cubicBezTo>
                    <a:cubicBezTo>
                      <a:pt x="474" y="674"/>
                      <a:pt x="474" y="674"/>
                      <a:pt x="474" y="674"/>
                    </a:cubicBezTo>
                    <a:cubicBezTo>
                      <a:pt x="479" y="667"/>
                      <a:pt x="481" y="659"/>
                      <a:pt x="479" y="651"/>
                    </a:cubicBezTo>
                    <a:cubicBezTo>
                      <a:pt x="447" y="467"/>
                      <a:pt x="447" y="467"/>
                      <a:pt x="447" y="467"/>
                    </a:cubicBezTo>
                    <a:cubicBezTo>
                      <a:pt x="471" y="400"/>
                      <a:pt x="471" y="400"/>
                      <a:pt x="471" y="400"/>
                    </a:cubicBezTo>
                    <a:cubicBezTo>
                      <a:pt x="480" y="400"/>
                      <a:pt x="480" y="400"/>
                      <a:pt x="480" y="400"/>
                    </a:cubicBezTo>
                    <a:cubicBezTo>
                      <a:pt x="533" y="400"/>
                      <a:pt x="576" y="443"/>
                      <a:pt x="576" y="496"/>
                    </a:cubicBezTo>
                    <a:cubicBezTo>
                      <a:pt x="576" y="752"/>
                      <a:pt x="576" y="752"/>
                      <a:pt x="576" y="752"/>
                    </a:cubicBezTo>
                    <a:cubicBezTo>
                      <a:pt x="576" y="770"/>
                      <a:pt x="590" y="784"/>
                      <a:pt x="608" y="784"/>
                    </a:cubicBezTo>
                    <a:cubicBezTo>
                      <a:pt x="626" y="784"/>
                      <a:pt x="640" y="770"/>
                      <a:pt x="640" y="752"/>
                    </a:cubicBezTo>
                    <a:cubicBezTo>
                      <a:pt x="640" y="496"/>
                      <a:pt x="640" y="496"/>
                      <a:pt x="640" y="496"/>
                    </a:cubicBezTo>
                    <a:cubicBezTo>
                      <a:pt x="640" y="424"/>
                      <a:pt x="592" y="360"/>
                      <a:pt x="522" y="341"/>
                    </a:cubicBezTo>
                    <a:close/>
                    <a:moveTo>
                      <a:pt x="384" y="80"/>
                    </a:moveTo>
                    <a:cubicBezTo>
                      <a:pt x="455" y="80"/>
                      <a:pt x="512" y="137"/>
                      <a:pt x="512" y="208"/>
                    </a:cubicBezTo>
                    <a:cubicBezTo>
                      <a:pt x="512" y="279"/>
                      <a:pt x="455" y="336"/>
                      <a:pt x="384" y="336"/>
                    </a:cubicBezTo>
                    <a:cubicBezTo>
                      <a:pt x="313" y="336"/>
                      <a:pt x="256" y="279"/>
                      <a:pt x="256" y="208"/>
                    </a:cubicBezTo>
                    <a:cubicBezTo>
                      <a:pt x="256" y="137"/>
                      <a:pt x="313" y="80"/>
                      <a:pt x="384" y="80"/>
                    </a:cubicBezTo>
                    <a:close/>
                    <a:moveTo>
                      <a:pt x="160" y="272"/>
                    </a:moveTo>
                    <a:cubicBezTo>
                      <a:pt x="195" y="272"/>
                      <a:pt x="224" y="301"/>
                      <a:pt x="224" y="336"/>
                    </a:cubicBezTo>
                    <a:cubicBezTo>
                      <a:pt x="224" y="341"/>
                      <a:pt x="224" y="345"/>
                      <a:pt x="224" y="350"/>
                    </a:cubicBezTo>
                    <a:cubicBezTo>
                      <a:pt x="199" y="361"/>
                      <a:pt x="177" y="378"/>
                      <a:pt x="160" y="400"/>
                    </a:cubicBezTo>
                    <a:cubicBezTo>
                      <a:pt x="125" y="400"/>
                      <a:pt x="96" y="371"/>
                      <a:pt x="96" y="336"/>
                    </a:cubicBezTo>
                    <a:cubicBezTo>
                      <a:pt x="96" y="301"/>
                      <a:pt x="125" y="272"/>
                      <a:pt x="160" y="272"/>
                    </a:cubicBezTo>
                    <a:close/>
                    <a:moveTo>
                      <a:pt x="384" y="469"/>
                    </a:moveTo>
                    <a:cubicBezTo>
                      <a:pt x="416" y="649"/>
                      <a:pt x="416" y="649"/>
                      <a:pt x="416" y="649"/>
                    </a:cubicBezTo>
                    <a:cubicBezTo>
                      <a:pt x="384" y="694"/>
                      <a:pt x="384" y="694"/>
                      <a:pt x="384" y="694"/>
                    </a:cubicBezTo>
                    <a:cubicBezTo>
                      <a:pt x="352" y="649"/>
                      <a:pt x="352" y="649"/>
                      <a:pt x="352" y="649"/>
                    </a:cubicBezTo>
                    <a:cubicBezTo>
                      <a:pt x="384" y="469"/>
                      <a:pt x="384" y="469"/>
                      <a:pt x="384" y="469"/>
                    </a:cubicBezTo>
                    <a:cubicBezTo>
                      <a:pt x="385" y="464"/>
                      <a:pt x="385" y="459"/>
                      <a:pt x="384" y="454"/>
                    </a:cubicBezTo>
                    <a:cubicBezTo>
                      <a:pt x="364" y="400"/>
                      <a:pt x="364" y="400"/>
                      <a:pt x="364" y="400"/>
                    </a:cubicBezTo>
                    <a:cubicBezTo>
                      <a:pt x="404" y="400"/>
                      <a:pt x="404" y="400"/>
                      <a:pt x="404" y="400"/>
                    </a:cubicBezTo>
                    <a:cubicBezTo>
                      <a:pt x="386" y="454"/>
                      <a:pt x="386" y="454"/>
                      <a:pt x="386" y="454"/>
                    </a:cubicBezTo>
                    <a:cubicBezTo>
                      <a:pt x="384" y="459"/>
                      <a:pt x="383" y="464"/>
                      <a:pt x="384" y="4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CA70A99D-0E81-41F0-9B87-E36F3E285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3" y="2867025"/>
                <a:ext cx="100013" cy="112713"/>
              </a:xfrm>
              <a:custGeom>
                <a:avLst/>
                <a:gdLst>
                  <a:gd name="T0" fmla="*/ 224 w 256"/>
                  <a:gd name="T1" fmla="*/ 288 h 288"/>
                  <a:gd name="T2" fmla="*/ 256 w 256"/>
                  <a:gd name="T3" fmla="*/ 256 h 288"/>
                  <a:gd name="T4" fmla="*/ 256 w 256"/>
                  <a:gd name="T5" fmla="*/ 32 h 288"/>
                  <a:gd name="T6" fmla="*/ 224 w 256"/>
                  <a:gd name="T7" fmla="*/ 0 h 288"/>
                  <a:gd name="T8" fmla="*/ 32 w 256"/>
                  <a:gd name="T9" fmla="*/ 0 h 288"/>
                  <a:gd name="T10" fmla="*/ 0 w 256"/>
                  <a:gd name="T11" fmla="*/ 32 h 288"/>
                  <a:gd name="T12" fmla="*/ 0 w 256"/>
                  <a:gd name="T13" fmla="*/ 256 h 288"/>
                  <a:gd name="T14" fmla="*/ 32 w 256"/>
                  <a:gd name="T15" fmla="*/ 288 h 288"/>
                  <a:gd name="T16" fmla="*/ 64 w 256"/>
                  <a:gd name="T17" fmla="*/ 256 h 288"/>
                  <a:gd name="T18" fmla="*/ 64 w 256"/>
                  <a:gd name="T19" fmla="*/ 64 h 288"/>
                  <a:gd name="T20" fmla="*/ 192 w 256"/>
                  <a:gd name="T21" fmla="*/ 64 h 288"/>
                  <a:gd name="T22" fmla="*/ 192 w 256"/>
                  <a:gd name="T23" fmla="*/ 256 h 288"/>
                  <a:gd name="T24" fmla="*/ 224 w 256"/>
                  <a:gd name="T2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6" h="288">
                    <a:moveTo>
                      <a:pt x="224" y="288"/>
                    </a:moveTo>
                    <a:cubicBezTo>
                      <a:pt x="242" y="288"/>
                      <a:pt x="256" y="274"/>
                      <a:pt x="256" y="256"/>
                    </a:cubicBezTo>
                    <a:cubicBezTo>
                      <a:pt x="256" y="32"/>
                      <a:pt x="256" y="32"/>
                      <a:pt x="256" y="32"/>
                    </a:cubicBezTo>
                    <a:cubicBezTo>
                      <a:pt x="256" y="14"/>
                      <a:pt x="242" y="0"/>
                      <a:pt x="224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0" y="274"/>
                      <a:pt x="14" y="288"/>
                      <a:pt x="32" y="288"/>
                    </a:cubicBezTo>
                    <a:cubicBezTo>
                      <a:pt x="50" y="288"/>
                      <a:pt x="64" y="274"/>
                      <a:pt x="64" y="256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192" y="64"/>
                      <a:pt x="192" y="64"/>
                      <a:pt x="192" y="64"/>
                    </a:cubicBezTo>
                    <a:cubicBezTo>
                      <a:pt x="192" y="256"/>
                      <a:pt x="192" y="256"/>
                      <a:pt x="192" y="256"/>
                    </a:cubicBezTo>
                    <a:cubicBezTo>
                      <a:pt x="192" y="274"/>
                      <a:pt x="206" y="288"/>
                      <a:pt x="224" y="2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0096403B-73A6-4529-BAA6-217769666F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81450" y="2693988"/>
                <a:ext cx="285750" cy="285750"/>
              </a:xfrm>
              <a:custGeom>
                <a:avLst/>
                <a:gdLst>
                  <a:gd name="T0" fmla="*/ 192 w 736"/>
                  <a:gd name="T1" fmla="*/ 704 h 736"/>
                  <a:gd name="T2" fmla="*/ 192 w 736"/>
                  <a:gd name="T3" fmla="*/ 224 h 736"/>
                  <a:gd name="T4" fmla="*/ 320 w 736"/>
                  <a:gd name="T5" fmla="*/ 224 h 736"/>
                  <a:gd name="T6" fmla="*/ 320 w 736"/>
                  <a:gd name="T7" fmla="*/ 320 h 736"/>
                  <a:gd name="T8" fmla="*/ 352 w 736"/>
                  <a:gd name="T9" fmla="*/ 352 h 736"/>
                  <a:gd name="T10" fmla="*/ 672 w 736"/>
                  <a:gd name="T11" fmla="*/ 352 h 736"/>
                  <a:gd name="T12" fmla="*/ 672 w 736"/>
                  <a:gd name="T13" fmla="*/ 704 h 736"/>
                  <a:gd name="T14" fmla="*/ 704 w 736"/>
                  <a:gd name="T15" fmla="*/ 736 h 736"/>
                  <a:gd name="T16" fmla="*/ 736 w 736"/>
                  <a:gd name="T17" fmla="*/ 704 h 736"/>
                  <a:gd name="T18" fmla="*/ 736 w 736"/>
                  <a:gd name="T19" fmla="*/ 32 h 736"/>
                  <a:gd name="T20" fmla="*/ 704 w 736"/>
                  <a:gd name="T21" fmla="*/ 0 h 736"/>
                  <a:gd name="T22" fmla="*/ 576 w 736"/>
                  <a:gd name="T23" fmla="*/ 0 h 736"/>
                  <a:gd name="T24" fmla="*/ 544 w 736"/>
                  <a:gd name="T25" fmla="*/ 28 h 736"/>
                  <a:gd name="T26" fmla="*/ 516 w 736"/>
                  <a:gd name="T27" fmla="*/ 288 h 736"/>
                  <a:gd name="T28" fmla="*/ 384 w 736"/>
                  <a:gd name="T29" fmla="*/ 288 h 736"/>
                  <a:gd name="T30" fmla="*/ 384 w 736"/>
                  <a:gd name="T31" fmla="*/ 192 h 736"/>
                  <a:gd name="T32" fmla="*/ 352 w 736"/>
                  <a:gd name="T33" fmla="*/ 160 h 736"/>
                  <a:gd name="T34" fmla="*/ 160 w 736"/>
                  <a:gd name="T35" fmla="*/ 160 h 736"/>
                  <a:gd name="T36" fmla="*/ 128 w 736"/>
                  <a:gd name="T37" fmla="*/ 192 h 736"/>
                  <a:gd name="T38" fmla="*/ 128 w 736"/>
                  <a:gd name="T39" fmla="*/ 416 h 736"/>
                  <a:gd name="T40" fmla="*/ 32 w 736"/>
                  <a:gd name="T41" fmla="*/ 416 h 736"/>
                  <a:gd name="T42" fmla="*/ 0 w 736"/>
                  <a:gd name="T43" fmla="*/ 448 h 736"/>
                  <a:gd name="T44" fmla="*/ 0 w 736"/>
                  <a:gd name="T45" fmla="*/ 704 h 736"/>
                  <a:gd name="T46" fmla="*/ 32 w 736"/>
                  <a:gd name="T47" fmla="*/ 736 h 736"/>
                  <a:gd name="T48" fmla="*/ 64 w 736"/>
                  <a:gd name="T49" fmla="*/ 704 h 736"/>
                  <a:gd name="T50" fmla="*/ 64 w 736"/>
                  <a:gd name="T51" fmla="*/ 480 h 736"/>
                  <a:gd name="T52" fmla="*/ 128 w 736"/>
                  <a:gd name="T53" fmla="*/ 480 h 736"/>
                  <a:gd name="T54" fmla="*/ 128 w 736"/>
                  <a:gd name="T55" fmla="*/ 704 h 736"/>
                  <a:gd name="T56" fmla="*/ 160 w 736"/>
                  <a:gd name="T57" fmla="*/ 736 h 736"/>
                  <a:gd name="T58" fmla="*/ 192 w 736"/>
                  <a:gd name="T59" fmla="*/ 704 h 736"/>
                  <a:gd name="T60" fmla="*/ 605 w 736"/>
                  <a:gd name="T61" fmla="*/ 64 h 736"/>
                  <a:gd name="T62" fmla="*/ 672 w 736"/>
                  <a:gd name="T63" fmla="*/ 64 h 736"/>
                  <a:gd name="T64" fmla="*/ 672 w 736"/>
                  <a:gd name="T65" fmla="*/ 288 h 736"/>
                  <a:gd name="T66" fmla="*/ 580 w 736"/>
                  <a:gd name="T67" fmla="*/ 288 h 736"/>
                  <a:gd name="T68" fmla="*/ 605 w 736"/>
                  <a:gd name="T69" fmla="*/ 64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36" h="736">
                    <a:moveTo>
                      <a:pt x="192" y="704"/>
                    </a:moveTo>
                    <a:cubicBezTo>
                      <a:pt x="192" y="224"/>
                      <a:pt x="192" y="224"/>
                      <a:pt x="192" y="224"/>
                    </a:cubicBezTo>
                    <a:cubicBezTo>
                      <a:pt x="320" y="224"/>
                      <a:pt x="320" y="224"/>
                      <a:pt x="320" y="224"/>
                    </a:cubicBezTo>
                    <a:cubicBezTo>
                      <a:pt x="320" y="320"/>
                      <a:pt x="320" y="320"/>
                      <a:pt x="320" y="320"/>
                    </a:cubicBezTo>
                    <a:cubicBezTo>
                      <a:pt x="320" y="338"/>
                      <a:pt x="334" y="352"/>
                      <a:pt x="352" y="352"/>
                    </a:cubicBezTo>
                    <a:cubicBezTo>
                      <a:pt x="672" y="352"/>
                      <a:pt x="672" y="352"/>
                      <a:pt x="672" y="352"/>
                    </a:cubicBezTo>
                    <a:cubicBezTo>
                      <a:pt x="672" y="704"/>
                      <a:pt x="672" y="704"/>
                      <a:pt x="672" y="704"/>
                    </a:cubicBezTo>
                    <a:cubicBezTo>
                      <a:pt x="672" y="722"/>
                      <a:pt x="686" y="736"/>
                      <a:pt x="704" y="736"/>
                    </a:cubicBezTo>
                    <a:cubicBezTo>
                      <a:pt x="722" y="736"/>
                      <a:pt x="736" y="722"/>
                      <a:pt x="736" y="704"/>
                    </a:cubicBezTo>
                    <a:cubicBezTo>
                      <a:pt x="736" y="32"/>
                      <a:pt x="736" y="32"/>
                      <a:pt x="736" y="32"/>
                    </a:cubicBezTo>
                    <a:cubicBezTo>
                      <a:pt x="736" y="14"/>
                      <a:pt x="722" y="0"/>
                      <a:pt x="704" y="0"/>
                    </a:cubicBezTo>
                    <a:cubicBezTo>
                      <a:pt x="576" y="0"/>
                      <a:pt x="576" y="0"/>
                      <a:pt x="576" y="0"/>
                    </a:cubicBezTo>
                    <a:cubicBezTo>
                      <a:pt x="560" y="0"/>
                      <a:pt x="546" y="12"/>
                      <a:pt x="544" y="28"/>
                    </a:cubicBezTo>
                    <a:cubicBezTo>
                      <a:pt x="516" y="288"/>
                      <a:pt x="516" y="288"/>
                      <a:pt x="516" y="288"/>
                    </a:cubicBezTo>
                    <a:cubicBezTo>
                      <a:pt x="384" y="288"/>
                      <a:pt x="384" y="288"/>
                      <a:pt x="384" y="288"/>
                    </a:cubicBezTo>
                    <a:cubicBezTo>
                      <a:pt x="384" y="192"/>
                      <a:pt x="384" y="192"/>
                      <a:pt x="384" y="192"/>
                    </a:cubicBezTo>
                    <a:cubicBezTo>
                      <a:pt x="384" y="174"/>
                      <a:pt x="370" y="160"/>
                      <a:pt x="352" y="160"/>
                    </a:cubicBezTo>
                    <a:cubicBezTo>
                      <a:pt x="160" y="160"/>
                      <a:pt x="160" y="160"/>
                      <a:pt x="160" y="160"/>
                    </a:cubicBezTo>
                    <a:cubicBezTo>
                      <a:pt x="142" y="160"/>
                      <a:pt x="128" y="174"/>
                      <a:pt x="128" y="192"/>
                    </a:cubicBezTo>
                    <a:cubicBezTo>
                      <a:pt x="128" y="416"/>
                      <a:pt x="128" y="416"/>
                      <a:pt x="128" y="416"/>
                    </a:cubicBezTo>
                    <a:cubicBezTo>
                      <a:pt x="32" y="416"/>
                      <a:pt x="32" y="416"/>
                      <a:pt x="32" y="416"/>
                    </a:cubicBezTo>
                    <a:cubicBezTo>
                      <a:pt x="14" y="416"/>
                      <a:pt x="0" y="430"/>
                      <a:pt x="0" y="448"/>
                    </a:cubicBezTo>
                    <a:cubicBezTo>
                      <a:pt x="0" y="704"/>
                      <a:pt x="0" y="704"/>
                      <a:pt x="0" y="704"/>
                    </a:cubicBezTo>
                    <a:cubicBezTo>
                      <a:pt x="0" y="722"/>
                      <a:pt x="14" y="736"/>
                      <a:pt x="32" y="736"/>
                    </a:cubicBezTo>
                    <a:cubicBezTo>
                      <a:pt x="50" y="736"/>
                      <a:pt x="64" y="722"/>
                      <a:pt x="64" y="704"/>
                    </a:cubicBezTo>
                    <a:cubicBezTo>
                      <a:pt x="64" y="480"/>
                      <a:pt x="64" y="480"/>
                      <a:pt x="64" y="480"/>
                    </a:cubicBezTo>
                    <a:cubicBezTo>
                      <a:pt x="128" y="480"/>
                      <a:pt x="128" y="480"/>
                      <a:pt x="128" y="480"/>
                    </a:cubicBezTo>
                    <a:cubicBezTo>
                      <a:pt x="128" y="704"/>
                      <a:pt x="128" y="704"/>
                      <a:pt x="128" y="704"/>
                    </a:cubicBezTo>
                    <a:cubicBezTo>
                      <a:pt x="128" y="722"/>
                      <a:pt x="142" y="736"/>
                      <a:pt x="160" y="736"/>
                    </a:cubicBezTo>
                    <a:cubicBezTo>
                      <a:pt x="178" y="736"/>
                      <a:pt x="192" y="722"/>
                      <a:pt x="192" y="704"/>
                    </a:cubicBezTo>
                    <a:close/>
                    <a:moveTo>
                      <a:pt x="605" y="64"/>
                    </a:moveTo>
                    <a:cubicBezTo>
                      <a:pt x="672" y="64"/>
                      <a:pt x="672" y="64"/>
                      <a:pt x="672" y="64"/>
                    </a:cubicBezTo>
                    <a:cubicBezTo>
                      <a:pt x="672" y="288"/>
                      <a:pt x="672" y="288"/>
                      <a:pt x="672" y="288"/>
                    </a:cubicBezTo>
                    <a:cubicBezTo>
                      <a:pt x="580" y="288"/>
                      <a:pt x="580" y="288"/>
                      <a:pt x="580" y="288"/>
                    </a:cubicBezTo>
                    <a:lnTo>
                      <a:pt x="605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CCB2771A-28DB-4D4C-8256-67A1EA5CDA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9175" y="3078163"/>
                <a:ext cx="323850" cy="201613"/>
              </a:xfrm>
              <a:custGeom>
                <a:avLst/>
                <a:gdLst>
                  <a:gd name="T0" fmla="*/ 549 w 832"/>
                  <a:gd name="T1" fmla="*/ 384 h 518"/>
                  <a:gd name="T2" fmla="*/ 583 w 832"/>
                  <a:gd name="T3" fmla="*/ 493 h 518"/>
                  <a:gd name="T4" fmla="*/ 697 w 832"/>
                  <a:gd name="T5" fmla="*/ 493 h 518"/>
                  <a:gd name="T6" fmla="*/ 731 w 832"/>
                  <a:gd name="T7" fmla="*/ 384 h 518"/>
                  <a:gd name="T8" fmla="*/ 800 w 832"/>
                  <a:gd name="T9" fmla="*/ 384 h 518"/>
                  <a:gd name="T10" fmla="*/ 832 w 832"/>
                  <a:gd name="T11" fmla="*/ 352 h 518"/>
                  <a:gd name="T12" fmla="*/ 832 w 832"/>
                  <a:gd name="T13" fmla="*/ 221 h 518"/>
                  <a:gd name="T14" fmla="*/ 832 w 832"/>
                  <a:gd name="T15" fmla="*/ 220 h 518"/>
                  <a:gd name="T16" fmla="*/ 832 w 832"/>
                  <a:gd name="T17" fmla="*/ 216 h 518"/>
                  <a:gd name="T18" fmla="*/ 830 w 832"/>
                  <a:gd name="T19" fmla="*/ 212 h 518"/>
                  <a:gd name="T20" fmla="*/ 830 w 832"/>
                  <a:gd name="T21" fmla="*/ 208 h 518"/>
                  <a:gd name="T22" fmla="*/ 750 w 832"/>
                  <a:gd name="T23" fmla="*/ 80 h 518"/>
                  <a:gd name="T24" fmla="*/ 720 w 832"/>
                  <a:gd name="T25" fmla="*/ 64 h 518"/>
                  <a:gd name="T26" fmla="*/ 576 w 832"/>
                  <a:gd name="T27" fmla="*/ 64 h 518"/>
                  <a:gd name="T28" fmla="*/ 576 w 832"/>
                  <a:gd name="T29" fmla="*/ 32 h 518"/>
                  <a:gd name="T30" fmla="*/ 544 w 832"/>
                  <a:gd name="T31" fmla="*/ 0 h 518"/>
                  <a:gd name="T32" fmla="*/ 32 w 832"/>
                  <a:gd name="T33" fmla="*/ 0 h 518"/>
                  <a:gd name="T34" fmla="*/ 0 w 832"/>
                  <a:gd name="T35" fmla="*/ 32 h 518"/>
                  <a:gd name="T36" fmla="*/ 32 w 832"/>
                  <a:gd name="T37" fmla="*/ 64 h 518"/>
                  <a:gd name="T38" fmla="*/ 256 w 832"/>
                  <a:gd name="T39" fmla="*/ 64 h 518"/>
                  <a:gd name="T40" fmla="*/ 256 w 832"/>
                  <a:gd name="T41" fmla="*/ 160 h 518"/>
                  <a:gd name="T42" fmla="*/ 288 w 832"/>
                  <a:gd name="T43" fmla="*/ 192 h 518"/>
                  <a:gd name="T44" fmla="*/ 416 w 832"/>
                  <a:gd name="T45" fmla="*/ 192 h 518"/>
                  <a:gd name="T46" fmla="*/ 448 w 832"/>
                  <a:gd name="T47" fmla="*/ 160 h 518"/>
                  <a:gd name="T48" fmla="*/ 448 w 832"/>
                  <a:gd name="T49" fmla="*/ 64 h 518"/>
                  <a:gd name="T50" fmla="*/ 512 w 832"/>
                  <a:gd name="T51" fmla="*/ 64 h 518"/>
                  <a:gd name="T52" fmla="*/ 512 w 832"/>
                  <a:gd name="T53" fmla="*/ 320 h 518"/>
                  <a:gd name="T54" fmla="*/ 192 w 832"/>
                  <a:gd name="T55" fmla="*/ 320 h 518"/>
                  <a:gd name="T56" fmla="*/ 192 w 832"/>
                  <a:gd name="T57" fmla="*/ 306 h 518"/>
                  <a:gd name="T58" fmla="*/ 160 w 832"/>
                  <a:gd name="T59" fmla="*/ 274 h 518"/>
                  <a:gd name="T60" fmla="*/ 128 w 832"/>
                  <a:gd name="T61" fmla="*/ 306 h 518"/>
                  <a:gd name="T62" fmla="*/ 128 w 832"/>
                  <a:gd name="T63" fmla="*/ 352 h 518"/>
                  <a:gd name="T64" fmla="*/ 160 w 832"/>
                  <a:gd name="T65" fmla="*/ 384 h 518"/>
                  <a:gd name="T66" fmla="*/ 197 w 832"/>
                  <a:gd name="T67" fmla="*/ 384 h 518"/>
                  <a:gd name="T68" fmla="*/ 231 w 832"/>
                  <a:gd name="T69" fmla="*/ 493 h 518"/>
                  <a:gd name="T70" fmla="*/ 345 w 832"/>
                  <a:gd name="T71" fmla="*/ 493 h 518"/>
                  <a:gd name="T72" fmla="*/ 379 w 832"/>
                  <a:gd name="T73" fmla="*/ 384 h 518"/>
                  <a:gd name="T74" fmla="*/ 549 w 832"/>
                  <a:gd name="T75" fmla="*/ 384 h 518"/>
                  <a:gd name="T76" fmla="*/ 384 w 832"/>
                  <a:gd name="T77" fmla="*/ 128 h 518"/>
                  <a:gd name="T78" fmla="*/ 320 w 832"/>
                  <a:gd name="T79" fmla="*/ 128 h 518"/>
                  <a:gd name="T80" fmla="*/ 320 w 832"/>
                  <a:gd name="T81" fmla="*/ 64 h 518"/>
                  <a:gd name="T82" fmla="*/ 384 w 832"/>
                  <a:gd name="T83" fmla="*/ 64 h 518"/>
                  <a:gd name="T84" fmla="*/ 384 w 832"/>
                  <a:gd name="T85" fmla="*/ 128 h 518"/>
                  <a:gd name="T86" fmla="*/ 672 w 832"/>
                  <a:gd name="T87" fmla="*/ 416 h 518"/>
                  <a:gd name="T88" fmla="*/ 640 w 832"/>
                  <a:gd name="T89" fmla="*/ 448 h 518"/>
                  <a:gd name="T90" fmla="*/ 608 w 832"/>
                  <a:gd name="T91" fmla="*/ 416 h 518"/>
                  <a:gd name="T92" fmla="*/ 640 w 832"/>
                  <a:gd name="T93" fmla="*/ 384 h 518"/>
                  <a:gd name="T94" fmla="*/ 672 w 832"/>
                  <a:gd name="T95" fmla="*/ 416 h 518"/>
                  <a:gd name="T96" fmla="*/ 768 w 832"/>
                  <a:gd name="T97" fmla="*/ 320 h 518"/>
                  <a:gd name="T98" fmla="*/ 576 w 832"/>
                  <a:gd name="T99" fmla="*/ 320 h 518"/>
                  <a:gd name="T100" fmla="*/ 576 w 832"/>
                  <a:gd name="T101" fmla="*/ 256 h 518"/>
                  <a:gd name="T102" fmla="*/ 768 w 832"/>
                  <a:gd name="T103" fmla="*/ 256 h 518"/>
                  <a:gd name="T104" fmla="*/ 768 w 832"/>
                  <a:gd name="T105" fmla="*/ 320 h 518"/>
                  <a:gd name="T106" fmla="*/ 704 w 832"/>
                  <a:gd name="T107" fmla="*/ 128 h 518"/>
                  <a:gd name="T108" fmla="*/ 744 w 832"/>
                  <a:gd name="T109" fmla="*/ 192 h 518"/>
                  <a:gd name="T110" fmla="*/ 576 w 832"/>
                  <a:gd name="T111" fmla="*/ 192 h 518"/>
                  <a:gd name="T112" fmla="*/ 576 w 832"/>
                  <a:gd name="T113" fmla="*/ 128 h 518"/>
                  <a:gd name="T114" fmla="*/ 704 w 832"/>
                  <a:gd name="T115" fmla="*/ 128 h 518"/>
                  <a:gd name="T116" fmla="*/ 320 w 832"/>
                  <a:gd name="T117" fmla="*/ 416 h 518"/>
                  <a:gd name="T118" fmla="*/ 288 w 832"/>
                  <a:gd name="T119" fmla="*/ 448 h 518"/>
                  <a:gd name="T120" fmla="*/ 256 w 832"/>
                  <a:gd name="T121" fmla="*/ 416 h 518"/>
                  <a:gd name="T122" fmla="*/ 288 w 832"/>
                  <a:gd name="T123" fmla="*/ 384 h 518"/>
                  <a:gd name="T124" fmla="*/ 320 w 832"/>
                  <a:gd name="T125" fmla="*/ 416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32" h="518">
                    <a:moveTo>
                      <a:pt x="549" y="384"/>
                    </a:moveTo>
                    <a:cubicBezTo>
                      <a:pt x="535" y="424"/>
                      <a:pt x="549" y="468"/>
                      <a:pt x="583" y="493"/>
                    </a:cubicBezTo>
                    <a:cubicBezTo>
                      <a:pt x="617" y="518"/>
                      <a:pt x="663" y="518"/>
                      <a:pt x="697" y="493"/>
                    </a:cubicBezTo>
                    <a:cubicBezTo>
                      <a:pt x="731" y="468"/>
                      <a:pt x="745" y="424"/>
                      <a:pt x="731" y="384"/>
                    </a:cubicBezTo>
                    <a:cubicBezTo>
                      <a:pt x="800" y="384"/>
                      <a:pt x="800" y="384"/>
                      <a:pt x="800" y="384"/>
                    </a:cubicBezTo>
                    <a:cubicBezTo>
                      <a:pt x="818" y="384"/>
                      <a:pt x="832" y="370"/>
                      <a:pt x="832" y="352"/>
                    </a:cubicBezTo>
                    <a:cubicBezTo>
                      <a:pt x="832" y="221"/>
                      <a:pt x="832" y="221"/>
                      <a:pt x="832" y="221"/>
                    </a:cubicBezTo>
                    <a:cubicBezTo>
                      <a:pt x="832" y="221"/>
                      <a:pt x="832" y="221"/>
                      <a:pt x="832" y="220"/>
                    </a:cubicBezTo>
                    <a:cubicBezTo>
                      <a:pt x="832" y="216"/>
                      <a:pt x="832" y="216"/>
                      <a:pt x="832" y="216"/>
                    </a:cubicBezTo>
                    <a:cubicBezTo>
                      <a:pt x="832" y="214"/>
                      <a:pt x="831" y="213"/>
                      <a:pt x="830" y="212"/>
                    </a:cubicBezTo>
                    <a:cubicBezTo>
                      <a:pt x="830" y="208"/>
                      <a:pt x="830" y="208"/>
                      <a:pt x="830" y="208"/>
                    </a:cubicBezTo>
                    <a:cubicBezTo>
                      <a:pt x="750" y="80"/>
                      <a:pt x="750" y="80"/>
                      <a:pt x="750" y="80"/>
                    </a:cubicBezTo>
                    <a:cubicBezTo>
                      <a:pt x="744" y="69"/>
                      <a:pt x="732" y="63"/>
                      <a:pt x="720" y="64"/>
                    </a:cubicBezTo>
                    <a:cubicBezTo>
                      <a:pt x="576" y="64"/>
                      <a:pt x="576" y="64"/>
                      <a:pt x="576" y="64"/>
                    </a:cubicBezTo>
                    <a:cubicBezTo>
                      <a:pt x="576" y="32"/>
                      <a:pt x="576" y="32"/>
                      <a:pt x="576" y="32"/>
                    </a:cubicBezTo>
                    <a:cubicBezTo>
                      <a:pt x="576" y="14"/>
                      <a:pt x="562" y="0"/>
                      <a:pt x="544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4" y="64"/>
                      <a:pt x="32" y="64"/>
                    </a:cubicBezTo>
                    <a:cubicBezTo>
                      <a:pt x="256" y="64"/>
                      <a:pt x="256" y="64"/>
                      <a:pt x="256" y="64"/>
                    </a:cubicBezTo>
                    <a:cubicBezTo>
                      <a:pt x="256" y="160"/>
                      <a:pt x="256" y="160"/>
                      <a:pt x="256" y="160"/>
                    </a:cubicBezTo>
                    <a:cubicBezTo>
                      <a:pt x="256" y="178"/>
                      <a:pt x="270" y="192"/>
                      <a:pt x="288" y="192"/>
                    </a:cubicBezTo>
                    <a:cubicBezTo>
                      <a:pt x="416" y="192"/>
                      <a:pt x="416" y="192"/>
                      <a:pt x="416" y="192"/>
                    </a:cubicBezTo>
                    <a:cubicBezTo>
                      <a:pt x="434" y="192"/>
                      <a:pt x="448" y="178"/>
                      <a:pt x="448" y="160"/>
                    </a:cubicBezTo>
                    <a:cubicBezTo>
                      <a:pt x="448" y="64"/>
                      <a:pt x="448" y="64"/>
                      <a:pt x="448" y="64"/>
                    </a:cubicBezTo>
                    <a:cubicBezTo>
                      <a:pt x="512" y="64"/>
                      <a:pt x="512" y="64"/>
                      <a:pt x="512" y="64"/>
                    </a:cubicBezTo>
                    <a:cubicBezTo>
                      <a:pt x="512" y="320"/>
                      <a:pt x="512" y="320"/>
                      <a:pt x="512" y="320"/>
                    </a:cubicBezTo>
                    <a:cubicBezTo>
                      <a:pt x="192" y="320"/>
                      <a:pt x="192" y="320"/>
                      <a:pt x="192" y="320"/>
                    </a:cubicBezTo>
                    <a:cubicBezTo>
                      <a:pt x="192" y="306"/>
                      <a:pt x="192" y="306"/>
                      <a:pt x="192" y="306"/>
                    </a:cubicBezTo>
                    <a:cubicBezTo>
                      <a:pt x="192" y="288"/>
                      <a:pt x="178" y="274"/>
                      <a:pt x="160" y="274"/>
                    </a:cubicBezTo>
                    <a:cubicBezTo>
                      <a:pt x="142" y="274"/>
                      <a:pt x="128" y="288"/>
                      <a:pt x="128" y="306"/>
                    </a:cubicBezTo>
                    <a:cubicBezTo>
                      <a:pt x="128" y="352"/>
                      <a:pt x="128" y="352"/>
                      <a:pt x="128" y="352"/>
                    </a:cubicBezTo>
                    <a:cubicBezTo>
                      <a:pt x="128" y="370"/>
                      <a:pt x="142" y="384"/>
                      <a:pt x="160" y="384"/>
                    </a:cubicBezTo>
                    <a:cubicBezTo>
                      <a:pt x="197" y="384"/>
                      <a:pt x="197" y="384"/>
                      <a:pt x="197" y="384"/>
                    </a:cubicBezTo>
                    <a:cubicBezTo>
                      <a:pt x="183" y="424"/>
                      <a:pt x="197" y="468"/>
                      <a:pt x="231" y="493"/>
                    </a:cubicBezTo>
                    <a:cubicBezTo>
                      <a:pt x="265" y="518"/>
                      <a:pt x="311" y="518"/>
                      <a:pt x="345" y="493"/>
                    </a:cubicBezTo>
                    <a:cubicBezTo>
                      <a:pt x="379" y="468"/>
                      <a:pt x="393" y="424"/>
                      <a:pt x="379" y="384"/>
                    </a:cubicBezTo>
                    <a:lnTo>
                      <a:pt x="549" y="384"/>
                    </a:lnTo>
                    <a:close/>
                    <a:moveTo>
                      <a:pt x="384" y="128"/>
                    </a:moveTo>
                    <a:cubicBezTo>
                      <a:pt x="320" y="128"/>
                      <a:pt x="320" y="128"/>
                      <a:pt x="320" y="128"/>
                    </a:cubicBezTo>
                    <a:cubicBezTo>
                      <a:pt x="320" y="64"/>
                      <a:pt x="320" y="64"/>
                      <a:pt x="320" y="64"/>
                    </a:cubicBezTo>
                    <a:cubicBezTo>
                      <a:pt x="384" y="64"/>
                      <a:pt x="384" y="64"/>
                      <a:pt x="384" y="64"/>
                    </a:cubicBezTo>
                    <a:lnTo>
                      <a:pt x="384" y="128"/>
                    </a:lnTo>
                    <a:close/>
                    <a:moveTo>
                      <a:pt x="672" y="416"/>
                    </a:moveTo>
                    <a:cubicBezTo>
                      <a:pt x="672" y="434"/>
                      <a:pt x="658" y="448"/>
                      <a:pt x="640" y="448"/>
                    </a:cubicBezTo>
                    <a:cubicBezTo>
                      <a:pt x="622" y="448"/>
                      <a:pt x="608" y="434"/>
                      <a:pt x="608" y="416"/>
                    </a:cubicBezTo>
                    <a:cubicBezTo>
                      <a:pt x="608" y="398"/>
                      <a:pt x="622" y="384"/>
                      <a:pt x="640" y="384"/>
                    </a:cubicBezTo>
                    <a:cubicBezTo>
                      <a:pt x="658" y="384"/>
                      <a:pt x="672" y="398"/>
                      <a:pt x="672" y="416"/>
                    </a:cubicBezTo>
                    <a:close/>
                    <a:moveTo>
                      <a:pt x="768" y="320"/>
                    </a:moveTo>
                    <a:cubicBezTo>
                      <a:pt x="576" y="320"/>
                      <a:pt x="576" y="320"/>
                      <a:pt x="576" y="320"/>
                    </a:cubicBezTo>
                    <a:cubicBezTo>
                      <a:pt x="576" y="256"/>
                      <a:pt x="576" y="256"/>
                      <a:pt x="576" y="256"/>
                    </a:cubicBezTo>
                    <a:cubicBezTo>
                      <a:pt x="768" y="256"/>
                      <a:pt x="768" y="256"/>
                      <a:pt x="768" y="256"/>
                    </a:cubicBezTo>
                    <a:lnTo>
                      <a:pt x="768" y="320"/>
                    </a:lnTo>
                    <a:close/>
                    <a:moveTo>
                      <a:pt x="704" y="128"/>
                    </a:moveTo>
                    <a:cubicBezTo>
                      <a:pt x="744" y="192"/>
                      <a:pt x="744" y="192"/>
                      <a:pt x="744" y="192"/>
                    </a:cubicBezTo>
                    <a:cubicBezTo>
                      <a:pt x="576" y="192"/>
                      <a:pt x="576" y="192"/>
                      <a:pt x="576" y="192"/>
                    </a:cubicBezTo>
                    <a:cubicBezTo>
                      <a:pt x="576" y="128"/>
                      <a:pt x="576" y="128"/>
                      <a:pt x="576" y="128"/>
                    </a:cubicBezTo>
                    <a:lnTo>
                      <a:pt x="704" y="128"/>
                    </a:lnTo>
                    <a:close/>
                    <a:moveTo>
                      <a:pt x="320" y="416"/>
                    </a:moveTo>
                    <a:cubicBezTo>
                      <a:pt x="320" y="434"/>
                      <a:pt x="306" y="448"/>
                      <a:pt x="288" y="448"/>
                    </a:cubicBezTo>
                    <a:cubicBezTo>
                      <a:pt x="270" y="448"/>
                      <a:pt x="256" y="434"/>
                      <a:pt x="256" y="416"/>
                    </a:cubicBezTo>
                    <a:cubicBezTo>
                      <a:pt x="256" y="398"/>
                      <a:pt x="270" y="384"/>
                      <a:pt x="288" y="384"/>
                    </a:cubicBezTo>
                    <a:cubicBezTo>
                      <a:pt x="306" y="384"/>
                      <a:pt x="320" y="398"/>
                      <a:pt x="320" y="4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8EC48661-A357-4099-9425-C7F92A82A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575" y="3140075"/>
                <a:ext cx="49213" cy="25400"/>
              </a:xfrm>
              <a:custGeom>
                <a:avLst/>
                <a:gdLst>
                  <a:gd name="T0" fmla="*/ 128 w 128"/>
                  <a:gd name="T1" fmla="*/ 32 h 64"/>
                  <a:gd name="T2" fmla="*/ 96 w 128"/>
                  <a:gd name="T3" fmla="*/ 0 h 64"/>
                  <a:gd name="T4" fmla="*/ 32 w 128"/>
                  <a:gd name="T5" fmla="*/ 0 h 64"/>
                  <a:gd name="T6" fmla="*/ 0 w 128"/>
                  <a:gd name="T7" fmla="*/ 32 h 64"/>
                  <a:gd name="T8" fmla="*/ 32 w 128"/>
                  <a:gd name="T9" fmla="*/ 64 h 64"/>
                  <a:gd name="T10" fmla="*/ 96 w 128"/>
                  <a:gd name="T11" fmla="*/ 64 h 64"/>
                  <a:gd name="T12" fmla="*/ 128 w 128"/>
                  <a:gd name="T13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64">
                    <a:moveTo>
                      <a:pt x="128" y="32"/>
                    </a:moveTo>
                    <a:cubicBezTo>
                      <a:pt x="128" y="14"/>
                      <a:pt x="114" y="0"/>
                      <a:pt x="96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4" y="64"/>
                      <a:pt x="32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114" y="64"/>
                      <a:pt x="128" y="50"/>
                      <a:pt x="128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92F75C32-05BB-4A2B-9044-336A03A79A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6475" y="2606675"/>
                <a:ext cx="336550" cy="273050"/>
              </a:xfrm>
              <a:custGeom>
                <a:avLst/>
                <a:gdLst>
                  <a:gd name="T0" fmla="*/ 832 w 864"/>
                  <a:gd name="T1" fmla="*/ 704 h 704"/>
                  <a:gd name="T2" fmla="*/ 864 w 864"/>
                  <a:gd name="T3" fmla="*/ 672 h 704"/>
                  <a:gd name="T4" fmla="*/ 832 w 864"/>
                  <a:gd name="T5" fmla="*/ 640 h 704"/>
                  <a:gd name="T6" fmla="*/ 704 w 864"/>
                  <a:gd name="T7" fmla="*/ 640 h 704"/>
                  <a:gd name="T8" fmla="*/ 704 w 864"/>
                  <a:gd name="T9" fmla="*/ 576 h 704"/>
                  <a:gd name="T10" fmla="*/ 832 w 864"/>
                  <a:gd name="T11" fmla="*/ 576 h 704"/>
                  <a:gd name="T12" fmla="*/ 864 w 864"/>
                  <a:gd name="T13" fmla="*/ 544 h 704"/>
                  <a:gd name="T14" fmla="*/ 864 w 864"/>
                  <a:gd name="T15" fmla="*/ 160 h 704"/>
                  <a:gd name="T16" fmla="*/ 832 w 864"/>
                  <a:gd name="T17" fmla="*/ 128 h 704"/>
                  <a:gd name="T18" fmla="*/ 768 w 864"/>
                  <a:gd name="T19" fmla="*/ 128 h 704"/>
                  <a:gd name="T20" fmla="*/ 768 w 864"/>
                  <a:gd name="T21" fmla="*/ 32 h 704"/>
                  <a:gd name="T22" fmla="*/ 736 w 864"/>
                  <a:gd name="T23" fmla="*/ 0 h 704"/>
                  <a:gd name="T24" fmla="*/ 224 w 864"/>
                  <a:gd name="T25" fmla="*/ 0 h 704"/>
                  <a:gd name="T26" fmla="*/ 192 w 864"/>
                  <a:gd name="T27" fmla="*/ 32 h 704"/>
                  <a:gd name="T28" fmla="*/ 192 w 864"/>
                  <a:gd name="T29" fmla="*/ 160 h 704"/>
                  <a:gd name="T30" fmla="*/ 224 w 864"/>
                  <a:gd name="T31" fmla="*/ 192 h 704"/>
                  <a:gd name="T32" fmla="*/ 288 w 864"/>
                  <a:gd name="T33" fmla="*/ 192 h 704"/>
                  <a:gd name="T34" fmla="*/ 288 w 864"/>
                  <a:gd name="T35" fmla="*/ 256 h 704"/>
                  <a:gd name="T36" fmla="*/ 32 w 864"/>
                  <a:gd name="T37" fmla="*/ 256 h 704"/>
                  <a:gd name="T38" fmla="*/ 0 w 864"/>
                  <a:gd name="T39" fmla="*/ 288 h 704"/>
                  <a:gd name="T40" fmla="*/ 0 w 864"/>
                  <a:gd name="T41" fmla="*/ 672 h 704"/>
                  <a:gd name="T42" fmla="*/ 32 w 864"/>
                  <a:gd name="T43" fmla="*/ 704 h 704"/>
                  <a:gd name="T44" fmla="*/ 832 w 864"/>
                  <a:gd name="T45" fmla="*/ 704 h 704"/>
                  <a:gd name="T46" fmla="*/ 800 w 864"/>
                  <a:gd name="T47" fmla="*/ 320 h 704"/>
                  <a:gd name="T48" fmla="*/ 800 w 864"/>
                  <a:gd name="T49" fmla="*/ 384 h 704"/>
                  <a:gd name="T50" fmla="*/ 704 w 864"/>
                  <a:gd name="T51" fmla="*/ 384 h 704"/>
                  <a:gd name="T52" fmla="*/ 704 w 864"/>
                  <a:gd name="T53" fmla="*/ 320 h 704"/>
                  <a:gd name="T54" fmla="*/ 800 w 864"/>
                  <a:gd name="T55" fmla="*/ 320 h 704"/>
                  <a:gd name="T56" fmla="*/ 704 w 864"/>
                  <a:gd name="T57" fmla="*/ 512 h 704"/>
                  <a:gd name="T58" fmla="*/ 704 w 864"/>
                  <a:gd name="T59" fmla="*/ 448 h 704"/>
                  <a:gd name="T60" fmla="*/ 800 w 864"/>
                  <a:gd name="T61" fmla="*/ 448 h 704"/>
                  <a:gd name="T62" fmla="*/ 800 w 864"/>
                  <a:gd name="T63" fmla="*/ 512 h 704"/>
                  <a:gd name="T64" fmla="*/ 704 w 864"/>
                  <a:gd name="T65" fmla="*/ 512 h 704"/>
                  <a:gd name="T66" fmla="*/ 800 w 864"/>
                  <a:gd name="T67" fmla="*/ 256 h 704"/>
                  <a:gd name="T68" fmla="*/ 608 w 864"/>
                  <a:gd name="T69" fmla="*/ 256 h 704"/>
                  <a:gd name="T70" fmla="*/ 608 w 864"/>
                  <a:gd name="T71" fmla="*/ 192 h 704"/>
                  <a:gd name="T72" fmla="*/ 800 w 864"/>
                  <a:gd name="T73" fmla="*/ 192 h 704"/>
                  <a:gd name="T74" fmla="*/ 800 w 864"/>
                  <a:gd name="T75" fmla="*/ 256 h 704"/>
                  <a:gd name="T76" fmla="*/ 704 w 864"/>
                  <a:gd name="T77" fmla="*/ 128 h 704"/>
                  <a:gd name="T78" fmla="*/ 512 w 864"/>
                  <a:gd name="T79" fmla="*/ 128 h 704"/>
                  <a:gd name="T80" fmla="*/ 512 w 864"/>
                  <a:gd name="T81" fmla="*/ 64 h 704"/>
                  <a:gd name="T82" fmla="*/ 704 w 864"/>
                  <a:gd name="T83" fmla="*/ 64 h 704"/>
                  <a:gd name="T84" fmla="*/ 704 w 864"/>
                  <a:gd name="T85" fmla="*/ 128 h 704"/>
                  <a:gd name="T86" fmla="*/ 256 w 864"/>
                  <a:gd name="T87" fmla="*/ 64 h 704"/>
                  <a:gd name="T88" fmla="*/ 448 w 864"/>
                  <a:gd name="T89" fmla="*/ 64 h 704"/>
                  <a:gd name="T90" fmla="*/ 448 w 864"/>
                  <a:gd name="T91" fmla="*/ 128 h 704"/>
                  <a:gd name="T92" fmla="*/ 256 w 864"/>
                  <a:gd name="T93" fmla="*/ 128 h 704"/>
                  <a:gd name="T94" fmla="*/ 256 w 864"/>
                  <a:gd name="T95" fmla="*/ 64 h 704"/>
                  <a:gd name="T96" fmla="*/ 352 w 864"/>
                  <a:gd name="T97" fmla="*/ 192 h 704"/>
                  <a:gd name="T98" fmla="*/ 544 w 864"/>
                  <a:gd name="T99" fmla="*/ 192 h 704"/>
                  <a:gd name="T100" fmla="*/ 544 w 864"/>
                  <a:gd name="T101" fmla="*/ 256 h 704"/>
                  <a:gd name="T102" fmla="*/ 352 w 864"/>
                  <a:gd name="T103" fmla="*/ 256 h 704"/>
                  <a:gd name="T104" fmla="*/ 352 w 864"/>
                  <a:gd name="T105" fmla="*/ 192 h 704"/>
                  <a:gd name="T106" fmla="*/ 64 w 864"/>
                  <a:gd name="T107" fmla="*/ 320 h 704"/>
                  <a:gd name="T108" fmla="*/ 640 w 864"/>
                  <a:gd name="T109" fmla="*/ 320 h 704"/>
                  <a:gd name="T110" fmla="*/ 640 w 864"/>
                  <a:gd name="T111" fmla="*/ 640 h 704"/>
                  <a:gd name="T112" fmla="*/ 64 w 864"/>
                  <a:gd name="T113" fmla="*/ 640 h 704"/>
                  <a:gd name="T114" fmla="*/ 64 w 864"/>
                  <a:gd name="T115" fmla="*/ 32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64" h="704">
                    <a:moveTo>
                      <a:pt x="832" y="704"/>
                    </a:moveTo>
                    <a:cubicBezTo>
                      <a:pt x="850" y="704"/>
                      <a:pt x="864" y="690"/>
                      <a:pt x="864" y="672"/>
                    </a:cubicBezTo>
                    <a:cubicBezTo>
                      <a:pt x="864" y="654"/>
                      <a:pt x="850" y="640"/>
                      <a:pt x="832" y="640"/>
                    </a:cubicBezTo>
                    <a:cubicBezTo>
                      <a:pt x="704" y="640"/>
                      <a:pt x="704" y="640"/>
                      <a:pt x="704" y="640"/>
                    </a:cubicBezTo>
                    <a:cubicBezTo>
                      <a:pt x="704" y="576"/>
                      <a:pt x="704" y="576"/>
                      <a:pt x="704" y="576"/>
                    </a:cubicBezTo>
                    <a:cubicBezTo>
                      <a:pt x="832" y="576"/>
                      <a:pt x="832" y="576"/>
                      <a:pt x="832" y="576"/>
                    </a:cubicBezTo>
                    <a:cubicBezTo>
                      <a:pt x="850" y="576"/>
                      <a:pt x="864" y="562"/>
                      <a:pt x="864" y="544"/>
                    </a:cubicBezTo>
                    <a:cubicBezTo>
                      <a:pt x="864" y="160"/>
                      <a:pt x="864" y="160"/>
                      <a:pt x="864" y="160"/>
                    </a:cubicBezTo>
                    <a:cubicBezTo>
                      <a:pt x="864" y="142"/>
                      <a:pt x="850" y="128"/>
                      <a:pt x="832" y="128"/>
                    </a:cubicBezTo>
                    <a:cubicBezTo>
                      <a:pt x="768" y="128"/>
                      <a:pt x="768" y="128"/>
                      <a:pt x="768" y="128"/>
                    </a:cubicBezTo>
                    <a:cubicBezTo>
                      <a:pt x="768" y="32"/>
                      <a:pt x="768" y="32"/>
                      <a:pt x="768" y="32"/>
                    </a:cubicBezTo>
                    <a:cubicBezTo>
                      <a:pt x="768" y="14"/>
                      <a:pt x="754" y="0"/>
                      <a:pt x="736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06" y="0"/>
                      <a:pt x="192" y="14"/>
                      <a:pt x="192" y="32"/>
                    </a:cubicBezTo>
                    <a:cubicBezTo>
                      <a:pt x="192" y="160"/>
                      <a:pt x="192" y="160"/>
                      <a:pt x="192" y="160"/>
                    </a:cubicBezTo>
                    <a:cubicBezTo>
                      <a:pt x="192" y="178"/>
                      <a:pt x="206" y="192"/>
                      <a:pt x="224" y="192"/>
                    </a:cubicBezTo>
                    <a:cubicBezTo>
                      <a:pt x="288" y="192"/>
                      <a:pt x="288" y="192"/>
                      <a:pt x="288" y="192"/>
                    </a:cubicBezTo>
                    <a:cubicBezTo>
                      <a:pt x="288" y="256"/>
                      <a:pt x="288" y="256"/>
                      <a:pt x="288" y="256"/>
                    </a:cubicBezTo>
                    <a:cubicBezTo>
                      <a:pt x="32" y="256"/>
                      <a:pt x="32" y="256"/>
                      <a:pt x="32" y="256"/>
                    </a:cubicBezTo>
                    <a:cubicBezTo>
                      <a:pt x="14" y="256"/>
                      <a:pt x="0" y="270"/>
                      <a:pt x="0" y="288"/>
                    </a:cubicBezTo>
                    <a:cubicBezTo>
                      <a:pt x="0" y="672"/>
                      <a:pt x="0" y="672"/>
                      <a:pt x="0" y="672"/>
                    </a:cubicBezTo>
                    <a:cubicBezTo>
                      <a:pt x="0" y="690"/>
                      <a:pt x="14" y="704"/>
                      <a:pt x="32" y="704"/>
                    </a:cubicBezTo>
                    <a:lnTo>
                      <a:pt x="832" y="704"/>
                    </a:lnTo>
                    <a:close/>
                    <a:moveTo>
                      <a:pt x="800" y="320"/>
                    </a:moveTo>
                    <a:cubicBezTo>
                      <a:pt x="800" y="384"/>
                      <a:pt x="800" y="384"/>
                      <a:pt x="800" y="384"/>
                    </a:cubicBezTo>
                    <a:cubicBezTo>
                      <a:pt x="704" y="384"/>
                      <a:pt x="704" y="384"/>
                      <a:pt x="704" y="384"/>
                    </a:cubicBezTo>
                    <a:cubicBezTo>
                      <a:pt x="704" y="320"/>
                      <a:pt x="704" y="320"/>
                      <a:pt x="704" y="320"/>
                    </a:cubicBezTo>
                    <a:lnTo>
                      <a:pt x="800" y="320"/>
                    </a:lnTo>
                    <a:close/>
                    <a:moveTo>
                      <a:pt x="704" y="512"/>
                    </a:moveTo>
                    <a:cubicBezTo>
                      <a:pt x="704" y="448"/>
                      <a:pt x="704" y="448"/>
                      <a:pt x="704" y="448"/>
                    </a:cubicBezTo>
                    <a:cubicBezTo>
                      <a:pt x="800" y="448"/>
                      <a:pt x="800" y="448"/>
                      <a:pt x="800" y="448"/>
                    </a:cubicBezTo>
                    <a:cubicBezTo>
                      <a:pt x="800" y="512"/>
                      <a:pt x="800" y="512"/>
                      <a:pt x="800" y="512"/>
                    </a:cubicBezTo>
                    <a:lnTo>
                      <a:pt x="704" y="512"/>
                    </a:lnTo>
                    <a:close/>
                    <a:moveTo>
                      <a:pt x="800" y="256"/>
                    </a:moveTo>
                    <a:cubicBezTo>
                      <a:pt x="608" y="256"/>
                      <a:pt x="608" y="256"/>
                      <a:pt x="608" y="256"/>
                    </a:cubicBezTo>
                    <a:cubicBezTo>
                      <a:pt x="608" y="192"/>
                      <a:pt x="608" y="192"/>
                      <a:pt x="608" y="192"/>
                    </a:cubicBezTo>
                    <a:cubicBezTo>
                      <a:pt x="800" y="192"/>
                      <a:pt x="800" y="192"/>
                      <a:pt x="800" y="192"/>
                    </a:cubicBezTo>
                    <a:lnTo>
                      <a:pt x="800" y="256"/>
                    </a:lnTo>
                    <a:close/>
                    <a:moveTo>
                      <a:pt x="704" y="128"/>
                    </a:moveTo>
                    <a:cubicBezTo>
                      <a:pt x="512" y="128"/>
                      <a:pt x="512" y="128"/>
                      <a:pt x="512" y="128"/>
                    </a:cubicBezTo>
                    <a:cubicBezTo>
                      <a:pt x="512" y="64"/>
                      <a:pt x="512" y="64"/>
                      <a:pt x="512" y="64"/>
                    </a:cubicBezTo>
                    <a:cubicBezTo>
                      <a:pt x="704" y="64"/>
                      <a:pt x="704" y="64"/>
                      <a:pt x="704" y="64"/>
                    </a:cubicBezTo>
                    <a:lnTo>
                      <a:pt x="704" y="128"/>
                    </a:lnTo>
                    <a:close/>
                    <a:moveTo>
                      <a:pt x="256" y="64"/>
                    </a:moveTo>
                    <a:cubicBezTo>
                      <a:pt x="448" y="64"/>
                      <a:pt x="448" y="64"/>
                      <a:pt x="448" y="64"/>
                    </a:cubicBezTo>
                    <a:cubicBezTo>
                      <a:pt x="448" y="128"/>
                      <a:pt x="448" y="128"/>
                      <a:pt x="448" y="128"/>
                    </a:cubicBezTo>
                    <a:cubicBezTo>
                      <a:pt x="256" y="128"/>
                      <a:pt x="256" y="128"/>
                      <a:pt x="256" y="128"/>
                    </a:cubicBezTo>
                    <a:lnTo>
                      <a:pt x="256" y="64"/>
                    </a:lnTo>
                    <a:close/>
                    <a:moveTo>
                      <a:pt x="352" y="192"/>
                    </a:moveTo>
                    <a:cubicBezTo>
                      <a:pt x="544" y="192"/>
                      <a:pt x="544" y="192"/>
                      <a:pt x="544" y="192"/>
                    </a:cubicBezTo>
                    <a:cubicBezTo>
                      <a:pt x="544" y="256"/>
                      <a:pt x="544" y="256"/>
                      <a:pt x="544" y="256"/>
                    </a:cubicBezTo>
                    <a:cubicBezTo>
                      <a:pt x="352" y="256"/>
                      <a:pt x="352" y="256"/>
                      <a:pt x="352" y="256"/>
                    </a:cubicBezTo>
                    <a:lnTo>
                      <a:pt x="352" y="192"/>
                    </a:lnTo>
                    <a:close/>
                    <a:moveTo>
                      <a:pt x="64" y="320"/>
                    </a:moveTo>
                    <a:cubicBezTo>
                      <a:pt x="640" y="320"/>
                      <a:pt x="640" y="320"/>
                      <a:pt x="640" y="320"/>
                    </a:cubicBezTo>
                    <a:cubicBezTo>
                      <a:pt x="640" y="640"/>
                      <a:pt x="640" y="640"/>
                      <a:pt x="640" y="640"/>
                    </a:cubicBezTo>
                    <a:cubicBezTo>
                      <a:pt x="64" y="640"/>
                      <a:pt x="64" y="640"/>
                      <a:pt x="64" y="640"/>
                    </a:cubicBezTo>
                    <a:lnTo>
                      <a:pt x="64" y="3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126C34B7-BD82-4C79-B483-46A2E4242E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46488" y="2755900"/>
                <a:ext cx="74613" cy="74613"/>
              </a:xfrm>
              <a:custGeom>
                <a:avLst/>
                <a:gdLst>
                  <a:gd name="T0" fmla="*/ 96 w 192"/>
                  <a:gd name="T1" fmla="*/ 0 h 192"/>
                  <a:gd name="T2" fmla="*/ 0 w 192"/>
                  <a:gd name="T3" fmla="*/ 96 h 192"/>
                  <a:gd name="T4" fmla="*/ 96 w 192"/>
                  <a:gd name="T5" fmla="*/ 192 h 192"/>
                  <a:gd name="T6" fmla="*/ 192 w 192"/>
                  <a:gd name="T7" fmla="*/ 96 h 192"/>
                  <a:gd name="T8" fmla="*/ 96 w 192"/>
                  <a:gd name="T9" fmla="*/ 0 h 192"/>
                  <a:gd name="T10" fmla="*/ 96 w 192"/>
                  <a:gd name="T11" fmla="*/ 128 h 192"/>
                  <a:gd name="T12" fmla="*/ 64 w 192"/>
                  <a:gd name="T13" fmla="*/ 96 h 192"/>
                  <a:gd name="T14" fmla="*/ 96 w 192"/>
                  <a:gd name="T15" fmla="*/ 64 h 192"/>
                  <a:gd name="T16" fmla="*/ 128 w 192"/>
                  <a:gd name="T17" fmla="*/ 96 h 192"/>
                  <a:gd name="T18" fmla="*/ 96 w 192"/>
                  <a:gd name="T19" fmla="*/ 128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2" h="192">
                    <a:moveTo>
                      <a:pt x="96" y="0"/>
                    </a:moveTo>
                    <a:cubicBezTo>
                      <a:pt x="43" y="0"/>
                      <a:pt x="0" y="43"/>
                      <a:pt x="0" y="96"/>
                    </a:cubicBezTo>
                    <a:cubicBezTo>
                      <a:pt x="0" y="149"/>
                      <a:pt x="43" y="192"/>
                      <a:pt x="96" y="192"/>
                    </a:cubicBezTo>
                    <a:cubicBezTo>
                      <a:pt x="149" y="192"/>
                      <a:pt x="192" y="149"/>
                      <a:pt x="192" y="96"/>
                    </a:cubicBezTo>
                    <a:cubicBezTo>
                      <a:pt x="192" y="43"/>
                      <a:pt x="149" y="0"/>
                      <a:pt x="96" y="0"/>
                    </a:cubicBezTo>
                    <a:close/>
                    <a:moveTo>
                      <a:pt x="96" y="128"/>
                    </a:moveTo>
                    <a:cubicBezTo>
                      <a:pt x="78" y="128"/>
                      <a:pt x="64" y="114"/>
                      <a:pt x="64" y="96"/>
                    </a:cubicBezTo>
                    <a:cubicBezTo>
                      <a:pt x="64" y="78"/>
                      <a:pt x="78" y="64"/>
                      <a:pt x="96" y="64"/>
                    </a:cubicBezTo>
                    <a:cubicBezTo>
                      <a:pt x="114" y="64"/>
                      <a:pt x="128" y="78"/>
                      <a:pt x="128" y="96"/>
                    </a:cubicBezTo>
                    <a:cubicBezTo>
                      <a:pt x="128" y="114"/>
                      <a:pt x="114" y="128"/>
                      <a:pt x="96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Oval 12">
                <a:extLst>
                  <a:ext uri="{FF2B5EF4-FFF2-40B4-BE49-F238E27FC236}">
                    <a16:creationId xmlns:a16="http://schemas.microsoft.com/office/drawing/2014/main" id="{98C0BF19-D2AF-40CF-8104-9924CD8A5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913" y="2779713"/>
                <a:ext cx="25400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Oval 13">
                <a:extLst>
                  <a:ext uri="{FF2B5EF4-FFF2-40B4-BE49-F238E27FC236}">
                    <a16:creationId xmlns:a16="http://schemas.microsoft.com/office/drawing/2014/main" id="{ECE81F47-0F05-4A0E-A43F-FCA5E259A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688" y="2779713"/>
                <a:ext cx="25400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7A884339-7180-4CD9-A18A-697BD7A5F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838" y="2644775"/>
                <a:ext cx="249238" cy="73025"/>
              </a:xfrm>
              <a:custGeom>
                <a:avLst/>
                <a:gdLst>
                  <a:gd name="T0" fmla="*/ 32 w 640"/>
                  <a:gd name="T1" fmla="*/ 64 h 192"/>
                  <a:gd name="T2" fmla="*/ 480 w 640"/>
                  <a:gd name="T3" fmla="*/ 64 h 192"/>
                  <a:gd name="T4" fmla="*/ 576 w 640"/>
                  <a:gd name="T5" fmla="*/ 160 h 192"/>
                  <a:gd name="T6" fmla="*/ 608 w 640"/>
                  <a:gd name="T7" fmla="*/ 192 h 192"/>
                  <a:gd name="T8" fmla="*/ 640 w 640"/>
                  <a:gd name="T9" fmla="*/ 160 h 192"/>
                  <a:gd name="T10" fmla="*/ 480 w 640"/>
                  <a:gd name="T11" fmla="*/ 0 h 192"/>
                  <a:gd name="T12" fmla="*/ 32 w 640"/>
                  <a:gd name="T13" fmla="*/ 0 h 192"/>
                  <a:gd name="T14" fmla="*/ 0 w 640"/>
                  <a:gd name="T15" fmla="*/ 32 h 192"/>
                  <a:gd name="T16" fmla="*/ 32 w 640"/>
                  <a:gd name="T17" fmla="*/ 64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0" h="192">
                    <a:moveTo>
                      <a:pt x="32" y="64"/>
                    </a:moveTo>
                    <a:cubicBezTo>
                      <a:pt x="480" y="64"/>
                      <a:pt x="480" y="64"/>
                      <a:pt x="480" y="64"/>
                    </a:cubicBezTo>
                    <a:cubicBezTo>
                      <a:pt x="533" y="64"/>
                      <a:pt x="576" y="107"/>
                      <a:pt x="576" y="160"/>
                    </a:cubicBezTo>
                    <a:cubicBezTo>
                      <a:pt x="576" y="178"/>
                      <a:pt x="590" y="192"/>
                      <a:pt x="608" y="192"/>
                    </a:cubicBezTo>
                    <a:cubicBezTo>
                      <a:pt x="626" y="192"/>
                      <a:pt x="640" y="178"/>
                      <a:pt x="640" y="160"/>
                    </a:cubicBezTo>
                    <a:cubicBezTo>
                      <a:pt x="640" y="72"/>
                      <a:pt x="568" y="0"/>
                      <a:pt x="48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4" y="64"/>
                      <a:pt x="32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68BB9D9B-2F52-4668-9F8E-27C122CA8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0" y="3252788"/>
                <a:ext cx="247650" cy="98425"/>
              </a:xfrm>
              <a:custGeom>
                <a:avLst/>
                <a:gdLst>
                  <a:gd name="T0" fmla="*/ 608 w 640"/>
                  <a:gd name="T1" fmla="*/ 192 h 256"/>
                  <a:gd name="T2" fmla="*/ 160 w 640"/>
                  <a:gd name="T3" fmla="*/ 192 h 256"/>
                  <a:gd name="T4" fmla="*/ 64 w 640"/>
                  <a:gd name="T5" fmla="*/ 96 h 256"/>
                  <a:gd name="T6" fmla="*/ 64 w 640"/>
                  <a:gd name="T7" fmla="*/ 32 h 256"/>
                  <a:gd name="T8" fmla="*/ 32 w 640"/>
                  <a:gd name="T9" fmla="*/ 0 h 256"/>
                  <a:gd name="T10" fmla="*/ 0 w 640"/>
                  <a:gd name="T11" fmla="*/ 32 h 256"/>
                  <a:gd name="T12" fmla="*/ 0 w 640"/>
                  <a:gd name="T13" fmla="*/ 96 h 256"/>
                  <a:gd name="T14" fmla="*/ 160 w 640"/>
                  <a:gd name="T15" fmla="*/ 256 h 256"/>
                  <a:gd name="T16" fmla="*/ 608 w 640"/>
                  <a:gd name="T17" fmla="*/ 256 h 256"/>
                  <a:gd name="T18" fmla="*/ 640 w 640"/>
                  <a:gd name="T19" fmla="*/ 224 h 256"/>
                  <a:gd name="T20" fmla="*/ 608 w 640"/>
                  <a:gd name="T21" fmla="*/ 192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0" h="256">
                    <a:moveTo>
                      <a:pt x="608" y="192"/>
                    </a:moveTo>
                    <a:cubicBezTo>
                      <a:pt x="160" y="192"/>
                      <a:pt x="160" y="192"/>
                      <a:pt x="160" y="192"/>
                    </a:cubicBezTo>
                    <a:cubicBezTo>
                      <a:pt x="107" y="192"/>
                      <a:pt x="64" y="149"/>
                      <a:pt x="64" y="96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84"/>
                      <a:pt x="72" y="256"/>
                      <a:pt x="160" y="256"/>
                    </a:cubicBezTo>
                    <a:cubicBezTo>
                      <a:pt x="608" y="256"/>
                      <a:pt x="608" y="256"/>
                      <a:pt x="608" y="256"/>
                    </a:cubicBezTo>
                    <a:cubicBezTo>
                      <a:pt x="626" y="256"/>
                      <a:pt x="640" y="242"/>
                      <a:pt x="640" y="224"/>
                    </a:cubicBezTo>
                    <a:cubicBezTo>
                      <a:pt x="640" y="206"/>
                      <a:pt x="626" y="192"/>
                      <a:pt x="608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41C5A503-44E7-4559-A38B-E1A5AF7C1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700" y="2916238"/>
                <a:ext cx="25400" cy="125413"/>
              </a:xfrm>
              <a:custGeom>
                <a:avLst/>
                <a:gdLst>
                  <a:gd name="T0" fmla="*/ 0 w 64"/>
                  <a:gd name="T1" fmla="*/ 32 h 320"/>
                  <a:gd name="T2" fmla="*/ 0 w 64"/>
                  <a:gd name="T3" fmla="*/ 288 h 320"/>
                  <a:gd name="T4" fmla="*/ 32 w 64"/>
                  <a:gd name="T5" fmla="*/ 320 h 320"/>
                  <a:gd name="T6" fmla="*/ 64 w 64"/>
                  <a:gd name="T7" fmla="*/ 288 h 320"/>
                  <a:gd name="T8" fmla="*/ 64 w 64"/>
                  <a:gd name="T9" fmla="*/ 32 h 320"/>
                  <a:gd name="T10" fmla="*/ 32 w 64"/>
                  <a:gd name="T11" fmla="*/ 0 h 320"/>
                  <a:gd name="T12" fmla="*/ 0 w 64"/>
                  <a:gd name="T13" fmla="*/ 32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20">
                    <a:moveTo>
                      <a:pt x="0" y="32"/>
                    </a:moveTo>
                    <a:cubicBezTo>
                      <a:pt x="0" y="288"/>
                      <a:pt x="0" y="288"/>
                      <a:pt x="0" y="288"/>
                    </a:cubicBezTo>
                    <a:cubicBezTo>
                      <a:pt x="0" y="306"/>
                      <a:pt x="14" y="320"/>
                      <a:pt x="32" y="320"/>
                    </a:cubicBezTo>
                    <a:cubicBezTo>
                      <a:pt x="50" y="320"/>
                      <a:pt x="64" y="306"/>
                      <a:pt x="64" y="288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46121E24-E109-4708-B908-5877D2806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3" y="3016250"/>
                <a:ext cx="25400" cy="74613"/>
              </a:xfrm>
              <a:custGeom>
                <a:avLst/>
                <a:gdLst>
                  <a:gd name="T0" fmla="*/ 32 w 64"/>
                  <a:gd name="T1" fmla="*/ 0 h 192"/>
                  <a:gd name="T2" fmla="*/ 0 w 64"/>
                  <a:gd name="T3" fmla="*/ 32 h 192"/>
                  <a:gd name="T4" fmla="*/ 0 w 64"/>
                  <a:gd name="T5" fmla="*/ 160 h 192"/>
                  <a:gd name="T6" fmla="*/ 32 w 64"/>
                  <a:gd name="T7" fmla="*/ 192 h 192"/>
                  <a:gd name="T8" fmla="*/ 64 w 64"/>
                  <a:gd name="T9" fmla="*/ 160 h 192"/>
                  <a:gd name="T10" fmla="*/ 64 w 64"/>
                  <a:gd name="T11" fmla="*/ 32 h 192"/>
                  <a:gd name="T12" fmla="*/ 32 w 64"/>
                  <a:gd name="T13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92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78"/>
                      <a:pt x="14" y="192"/>
                      <a:pt x="32" y="192"/>
                    </a:cubicBezTo>
                    <a:cubicBezTo>
                      <a:pt x="50" y="192"/>
                      <a:pt x="64" y="178"/>
                      <a:pt x="64" y="160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59091A4E-A600-4F9A-9EA6-CF6EEE83C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038" y="2940050"/>
                <a:ext cx="176213" cy="176213"/>
              </a:xfrm>
              <a:custGeom>
                <a:avLst/>
                <a:gdLst>
                  <a:gd name="T0" fmla="*/ 58 w 451"/>
                  <a:gd name="T1" fmla="*/ 12 h 451"/>
                  <a:gd name="T2" fmla="*/ 12 w 451"/>
                  <a:gd name="T3" fmla="*/ 12 h 451"/>
                  <a:gd name="T4" fmla="*/ 12 w 451"/>
                  <a:gd name="T5" fmla="*/ 58 h 451"/>
                  <a:gd name="T6" fmla="*/ 396 w 451"/>
                  <a:gd name="T7" fmla="*/ 442 h 451"/>
                  <a:gd name="T8" fmla="*/ 419 w 451"/>
                  <a:gd name="T9" fmla="*/ 451 h 451"/>
                  <a:gd name="T10" fmla="*/ 442 w 451"/>
                  <a:gd name="T11" fmla="*/ 442 h 451"/>
                  <a:gd name="T12" fmla="*/ 451 w 451"/>
                  <a:gd name="T13" fmla="*/ 419 h 451"/>
                  <a:gd name="T14" fmla="*/ 442 w 451"/>
                  <a:gd name="T15" fmla="*/ 396 h 451"/>
                  <a:gd name="T16" fmla="*/ 58 w 451"/>
                  <a:gd name="T17" fmla="*/ 1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1" h="451">
                    <a:moveTo>
                      <a:pt x="58" y="12"/>
                    </a:moveTo>
                    <a:cubicBezTo>
                      <a:pt x="45" y="0"/>
                      <a:pt x="25" y="0"/>
                      <a:pt x="12" y="12"/>
                    </a:cubicBezTo>
                    <a:cubicBezTo>
                      <a:pt x="0" y="25"/>
                      <a:pt x="0" y="45"/>
                      <a:pt x="12" y="58"/>
                    </a:cubicBezTo>
                    <a:cubicBezTo>
                      <a:pt x="396" y="442"/>
                      <a:pt x="396" y="442"/>
                      <a:pt x="396" y="442"/>
                    </a:cubicBezTo>
                    <a:cubicBezTo>
                      <a:pt x="402" y="448"/>
                      <a:pt x="410" y="451"/>
                      <a:pt x="419" y="451"/>
                    </a:cubicBezTo>
                    <a:cubicBezTo>
                      <a:pt x="428" y="451"/>
                      <a:pt x="436" y="448"/>
                      <a:pt x="442" y="442"/>
                    </a:cubicBezTo>
                    <a:cubicBezTo>
                      <a:pt x="448" y="436"/>
                      <a:pt x="451" y="428"/>
                      <a:pt x="451" y="419"/>
                    </a:cubicBezTo>
                    <a:cubicBezTo>
                      <a:pt x="451" y="410"/>
                      <a:pt x="448" y="402"/>
                      <a:pt x="442" y="396"/>
                    </a:cubicBezTo>
                    <a:lnTo>
                      <a:pt x="5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86688E8-B30B-4E0F-9833-A2CB92C9AAAA}"/>
                </a:ext>
              </a:extLst>
            </p:cNvPr>
            <p:cNvGrpSpPr/>
            <p:nvPr/>
          </p:nvGrpSpPr>
          <p:grpSpPr>
            <a:xfrm>
              <a:off x="7454368" y="3444713"/>
              <a:ext cx="941197" cy="940019"/>
              <a:chOff x="7931311" y="2751325"/>
              <a:chExt cx="678521" cy="677675"/>
            </a:xfrm>
            <a:solidFill>
              <a:schemeClr val="bg1"/>
            </a:solidFill>
          </p:grpSpPr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8D1D387F-F27E-42BF-9A51-9355A1A9D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3180651"/>
                <a:ext cx="22552" cy="45103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2 h 137"/>
                  <a:gd name="T8" fmla="*/ 34 w 68"/>
                  <a:gd name="T9" fmla="*/ 137 h 137"/>
                  <a:gd name="T10" fmla="*/ 68 w 68"/>
                  <a:gd name="T11" fmla="*/ 102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F5D5F3D1-2D52-4FE0-ADF3-962284D36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3316242"/>
                <a:ext cx="22552" cy="67373"/>
              </a:xfrm>
              <a:custGeom>
                <a:avLst/>
                <a:gdLst>
                  <a:gd name="T0" fmla="*/ 34 w 68"/>
                  <a:gd name="T1" fmla="*/ 0 h 204"/>
                  <a:gd name="T2" fmla="*/ 0 w 68"/>
                  <a:gd name="T3" fmla="*/ 34 h 204"/>
                  <a:gd name="T4" fmla="*/ 0 w 68"/>
                  <a:gd name="T5" fmla="*/ 170 h 204"/>
                  <a:gd name="T6" fmla="*/ 34 w 68"/>
                  <a:gd name="T7" fmla="*/ 204 h 204"/>
                  <a:gd name="T8" fmla="*/ 68 w 68"/>
                  <a:gd name="T9" fmla="*/ 170 h 204"/>
                  <a:gd name="T10" fmla="*/ 68 w 68"/>
                  <a:gd name="T11" fmla="*/ 34 h 204"/>
                  <a:gd name="T12" fmla="*/ 34 w 68"/>
                  <a:gd name="T1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204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5" y="204"/>
                      <a:pt x="34" y="204"/>
                    </a:cubicBezTo>
                    <a:cubicBezTo>
                      <a:pt x="53" y="204"/>
                      <a:pt x="68" y="189"/>
                      <a:pt x="68" y="170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D9356053-1986-434E-9DFA-4FE23D303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3044778"/>
                <a:ext cx="22834" cy="45385"/>
              </a:xfrm>
              <a:custGeom>
                <a:avLst/>
                <a:gdLst>
                  <a:gd name="T0" fmla="*/ 69 w 69"/>
                  <a:gd name="T1" fmla="*/ 35 h 137"/>
                  <a:gd name="T2" fmla="*/ 34 w 69"/>
                  <a:gd name="T3" fmla="*/ 0 h 137"/>
                  <a:gd name="T4" fmla="*/ 0 w 69"/>
                  <a:gd name="T5" fmla="*/ 35 h 137"/>
                  <a:gd name="T6" fmla="*/ 0 w 69"/>
                  <a:gd name="T7" fmla="*/ 103 h 137"/>
                  <a:gd name="T8" fmla="*/ 34 w 69"/>
                  <a:gd name="T9" fmla="*/ 137 h 137"/>
                  <a:gd name="T10" fmla="*/ 69 w 69"/>
                  <a:gd name="T11" fmla="*/ 103 h 137"/>
                  <a:gd name="T12" fmla="*/ 69 w 69"/>
                  <a:gd name="T13" fmla="*/ 3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5"/>
                    </a:moveTo>
                    <a:cubicBezTo>
                      <a:pt x="69" y="16"/>
                      <a:pt x="53" y="0"/>
                      <a:pt x="34" y="0"/>
                    </a:cubicBezTo>
                    <a:cubicBezTo>
                      <a:pt x="16" y="0"/>
                      <a:pt x="0" y="16"/>
                      <a:pt x="0" y="3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6" y="137"/>
                      <a:pt x="34" y="137"/>
                    </a:cubicBezTo>
                    <a:cubicBezTo>
                      <a:pt x="53" y="137"/>
                      <a:pt x="69" y="122"/>
                      <a:pt x="69" y="103"/>
                    </a:cubicBezTo>
                    <a:lnTo>
                      <a:pt x="69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54A56B5-BCB6-4D47-9EA3-283D1B1D4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3112714"/>
                <a:ext cx="22552" cy="45385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4335457E-FE2B-4A4D-BC58-EBE9C80BB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3248306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cubicBezTo>
                      <a:pt x="68" y="34"/>
                      <a:pt x="68" y="34"/>
                      <a:pt x="6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46AFF90A-2FB6-4286-97E4-D4F78B3C3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3112714"/>
                <a:ext cx="22834" cy="45385"/>
              </a:xfrm>
              <a:custGeom>
                <a:avLst/>
                <a:gdLst>
                  <a:gd name="T0" fmla="*/ 69 w 69"/>
                  <a:gd name="T1" fmla="*/ 34 h 137"/>
                  <a:gd name="T2" fmla="*/ 34 w 69"/>
                  <a:gd name="T3" fmla="*/ 0 h 137"/>
                  <a:gd name="T4" fmla="*/ 0 w 69"/>
                  <a:gd name="T5" fmla="*/ 34 h 137"/>
                  <a:gd name="T6" fmla="*/ 0 w 69"/>
                  <a:gd name="T7" fmla="*/ 103 h 137"/>
                  <a:gd name="T8" fmla="*/ 34 w 69"/>
                  <a:gd name="T9" fmla="*/ 137 h 137"/>
                  <a:gd name="T10" fmla="*/ 69 w 69"/>
                  <a:gd name="T11" fmla="*/ 103 h 137"/>
                  <a:gd name="T12" fmla="*/ 69 w 69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4"/>
                    </a:moveTo>
                    <a:cubicBezTo>
                      <a:pt x="69" y="16"/>
                      <a:pt x="53" y="0"/>
                      <a:pt x="34" y="0"/>
                    </a:cubicBezTo>
                    <a:cubicBezTo>
                      <a:pt x="16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6" y="137"/>
                      <a:pt x="34" y="137"/>
                    </a:cubicBezTo>
                    <a:cubicBezTo>
                      <a:pt x="53" y="137"/>
                      <a:pt x="69" y="122"/>
                      <a:pt x="69" y="103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9AD3DEDC-A9FD-48B7-A1C6-8E98AD718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2982" y="3044778"/>
                <a:ext cx="22834" cy="45385"/>
              </a:xfrm>
              <a:custGeom>
                <a:avLst/>
                <a:gdLst>
                  <a:gd name="T0" fmla="*/ 69 w 69"/>
                  <a:gd name="T1" fmla="*/ 35 h 137"/>
                  <a:gd name="T2" fmla="*/ 34 w 69"/>
                  <a:gd name="T3" fmla="*/ 0 h 137"/>
                  <a:gd name="T4" fmla="*/ 0 w 69"/>
                  <a:gd name="T5" fmla="*/ 35 h 137"/>
                  <a:gd name="T6" fmla="*/ 0 w 69"/>
                  <a:gd name="T7" fmla="*/ 103 h 137"/>
                  <a:gd name="T8" fmla="*/ 34 w 69"/>
                  <a:gd name="T9" fmla="*/ 137 h 137"/>
                  <a:gd name="T10" fmla="*/ 69 w 69"/>
                  <a:gd name="T11" fmla="*/ 103 h 137"/>
                  <a:gd name="T12" fmla="*/ 69 w 69"/>
                  <a:gd name="T13" fmla="*/ 3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5"/>
                    </a:moveTo>
                    <a:cubicBezTo>
                      <a:pt x="69" y="16"/>
                      <a:pt x="53" y="0"/>
                      <a:pt x="34" y="0"/>
                    </a:cubicBezTo>
                    <a:cubicBezTo>
                      <a:pt x="16" y="0"/>
                      <a:pt x="0" y="16"/>
                      <a:pt x="0" y="3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6" y="137"/>
                      <a:pt x="34" y="137"/>
                    </a:cubicBezTo>
                    <a:cubicBezTo>
                      <a:pt x="53" y="137"/>
                      <a:pt x="69" y="122"/>
                      <a:pt x="69" y="103"/>
                    </a:cubicBezTo>
                    <a:lnTo>
                      <a:pt x="69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03E9C0F7-6E6A-4CC6-A31A-85AC8FD9C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3044778"/>
                <a:ext cx="22552" cy="45385"/>
              </a:xfrm>
              <a:custGeom>
                <a:avLst/>
                <a:gdLst>
                  <a:gd name="T0" fmla="*/ 68 w 68"/>
                  <a:gd name="T1" fmla="*/ 35 h 137"/>
                  <a:gd name="T2" fmla="*/ 34 w 68"/>
                  <a:gd name="T3" fmla="*/ 0 h 137"/>
                  <a:gd name="T4" fmla="*/ 0 w 68"/>
                  <a:gd name="T5" fmla="*/ 35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5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75D68F8-F3CC-455C-9242-74E0BCD3D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2909468"/>
                <a:ext cx="22834" cy="45103"/>
              </a:xfrm>
              <a:custGeom>
                <a:avLst/>
                <a:gdLst>
                  <a:gd name="T0" fmla="*/ 69 w 69"/>
                  <a:gd name="T1" fmla="*/ 102 h 136"/>
                  <a:gd name="T2" fmla="*/ 69 w 69"/>
                  <a:gd name="T3" fmla="*/ 34 h 136"/>
                  <a:gd name="T4" fmla="*/ 34 w 69"/>
                  <a:gd name="T5" fmla="*/ 0 h 136"/>
                  <a:gd name="T6" fmla="*/ 0 w 69"/>
                  <a:gd name="T7" fmla="*/ 34 h 136"/>
                  <a:gd name="T8" fmla="*/ 0 w 69"/>
                  <a:gd name="T9" fmla="*/ 102 h 136"/>
                  <a:gd name="T10" fmla="*/ 34 w 69"/>
                  <a:gd name="T11" fmla="*/ 136 h 136"/>
                  <a:gd name="T12" fmla="*/ 69 w 69"/>
                  <a:gd name="T13" fmla="*/ 102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6">
                    <a:moveTo>
                      <a:pt x="69" y="102"/>
                    </a:move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15"/>
                      <a:pt x="53" y="0"/>
                      <a:pt x="34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6"/>
                      <a:pt x="34" y="136"/>
                    </a:cubicBezTo>
                    <a:cubicBezTo>
                      <a:pt x="53" y="136"/>
                      <a:pt x="69" y="121"/>
                      <a:pt x="69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B6DCC432-33BD-46C2-B959-44AA93D11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2982" y="3112714"/>
                <a:ext cx="22834" cy="45385"/>
              </a:xfrm>
              <a:custGeom>
                <a:avLst/>
                <a:gdLst>
                  <a:gd name="T0" fmla="*/ 69 w 69"/>
                  <a:gd name="T1" fmla="*/ 34 h 137"/>
                  <a:gd name="T2" fmla="*/ 34 w 69"/>
                  <a:gd name="T3" fmla="*/ 0 h 137"/>
                  <a:gd name="T4" fmla="*/ 0 w 69"/>
                  <a:gd name="T5" fmla="*/ 34 h 137"/>
                  <a:gd name="T6" fmla="*/ 0 w 69"/>
                  <a:gd name="T7" fmla="*/ 103 h 137"/>
                  <a:gd name="T8" fmla="*/ 34 w 69"/>
                  <a:gd name="T9" fmla="*/ 137 h 137"/>
                  <a:gd name="T10" fmla="*/ 69 w 69"/>
                  <a:gd name="T11" fmla="*/ 103 h 137"/>
                  <a:gd name="T12" fmla="*/ 69 w 69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4"/>
                    </a:moveTo>
                    <a:cubicBezTo>
                      <a:pt x="69" y="16"/>
                      <a:pt x="53" y="0"/>
                      <a:pt x="34" y="0"/>
                    </a:cubicBezTo>
                    <a:cubicBezTo>
                      <a:pt x="16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6" y="137"/>
                      <a:pt x="34" y="137"/>
                    </a:cubicBezTo>
                    <a:cubicBezTo>
                      <a:pt x="53" y="137"/>
                      <a:pt x="69" y="122"/>
                      <a:pt x="69" y="103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2">
                <a:extLst>
                  <a:ext uri="{FF2B5EF4-FFF2-40B4-BE49-F238E27FC236}">
                    <a16:creationId xmlns:a16="http://schemas.microsoft.com/office/drawing/2014/main" id="{A59DB98E-A81E-4F90-B75B-42ECE02D8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8855" y="2909468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3">
                <a:extLst>
                  <a:ext uri="{FF2B5EF4-FFF2-40B4-BE49-F238E27FC236}">
                    <a16:creationId xmlns:a16="http://schemas.microsoft.com/office/drawing/2014/main" id="{928438CA-A31A-4596-8753-579E02E8D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2982" y="3180651"/>
                <a:ext cx="22834" cy="45103"/>
              </a:xfrm>
              <a:custGeom>
                <a:avLst/>
                <a:gdLst>
                  <a:gd name="T0" fmla="*/ 34 w 69"/>
                  <a:gd name="T1" fmla="*/ 0 h 137"/>
                  <a:gd name="T2" fmla="*/ 0 w 69"/>
                  <a:gd name="T3" fmla="*/ 34 h 137"/>
                  <a:gd name="T4" fmla="*/ 0 w 69"/>
                  <a:gd name="T5" fmla="*/ 102 h 137"/>
                  <a:gd name="T6" fmla="*/ 34 w 69"/>
                  <a:gd name="T7" fmla="*/ 137 h 137"/>
                  <a:gd name="T8" fmla="*/ 69 w 69"/>
                  <a:gd name="T9" fmla="*/ 102 h 137"/>
                  <a:gd name="T10" fmla="*/ 69 w 69"/>
                  <a:gd name="T11" fmla="*/ 34 h 137"/>
                  <a:gd name="T12" fmla="*/ 34 w 69"/>
                  <a:gd name="T13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34" y="0"/>
                    </a:move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7"/>
                      <a:pt x="34" y="137"/>
                    </a:cubicBezTo>
                    <a:cubicBezTo>
                      <a:pt x="53" y="137"/>
                      <a:pt x="69" y="121"/>
                      <a:pt x="69" y="102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4">
                <a:extLst>
                  <a:ext uri="{FF2B5EF4-FFF2-40B4-BE49-F238E27FC236}">
                    <a16:creationId xmlns:a16="http://schemas.microsoft.com/office/drawing/2014/main" id="{26887208-82B8-4D87-B571-F7622FC5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3959" y="3248306"/>
                <a:ext cx="22834" cy="45103"/>
              </a:xfrm>
              <a:custGeom>
                <a:avLst/>
                <a:gdLst>
                  <a:gd name="T0" fmla="*/ 69 w 69"/>
                  <a:gd name="T1" fmla="*/ 34 h 136"/>
                  <a:gd name="T2" fmla="*/ 35 w 69"/>
                  <a:gd name="T3" fmla="*/ 0 h 136"/>
                  <a:gd name="T4" fmla="*/ 0 w 69"/>
                  <a:gd name="T5" fmla="*/ 34 h 136"/>
                  <a:gd name="T6" fmla="*/ 0 w 69"/>
                  <a:gd name="T7" fmla="*/ 102 h 136"/>
                  <a:gd name="T8" fmla="*/ 35 w 69"/>
                  <a:gd name="T9" fmla="*/ 136 h 136"/>
                  <a:gd name="T10" fmla="*/ 69 w 69"/>
                  <a:gd name="T11" fmla="*/ 102 h 136"/>
                  <a:gd name="T12" fmla="*/ 69 w 69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6">
                    <a:moveTo>
                      <a:pt x="69" y="34"/>
                    </a:moveTo>
                    <a:cubicBezTo>
                      <a:pt x="69" y="15"/>
                      <a:pt x="53" y="0"/>
                      <a:pt x="35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6"/>
                      <a:pt x="35" y="136"/>
                    </a:cubicBezTo>
                    <a:cubicBezTo>
                      <a:pt x="53" y="136"/>
                      <a:pt x="69" y="121"/>
                      <a:pt x="69" y="102"/>
                    </a:cubicBezTo>
                    <a:cubicBezTo>
                      <a:pt x="69" y="34"/>
                      <a:pt x="69" y="34"/>
                      <a:pt x="6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5">
                <a:extLst>
                  <a:ext uri="{FF2B5EF4-FFF2-40B4-BE49-F238E27FC236}">
                    <a16:creationId xmlns:a16="http://schemas.microsoft.com/office/drawing/2014/main" id="{DE6C2CC0-1AB8-4C89-A210-7AEE08667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3959" y="3316242"/>
                <a:ext cx="22834" cy="67373"/>
              </a:xfrm>
              <a:custGeom>
                <a:avLst/>
                <a:gdLst>
                  <a:gd name="T0" fmla="*/ 35 w 69"/>
                  <a:gd name="T1" fmla="*/ 0 h 204"/>
                  <a:gd name="T2" fmla="*/ 0 w 69"/>
                  <a:gd name="T3" fmla="*/ 34 h 204"/>
                  <a:gd name="T4" fmla="*/ 0 w 69"/>
                  <a:gd name="T5" fmla="*/ 170 h 204"/>
                  <a:gd name="T6" fmla="*/ 35 w 69"/>
                  <a:gd name="T7" fmla="*/ 204 h 204"/>
                  <a:gd name="T8" fmla="*/ 69 w 69"/>
                  <a:gd name="T9" fmla="*/ 170 h 204"/>
                  <a:gd name="T10" fmla="*/ 69 w 69"/>
                  <a:gd name="T11" fmla="*/ 34 h 204"/>
                  <a:gd name="T12" fmla="*/ 35 w 69"/>
                  <a:gd name="T1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204">
                    <a:moveTo>
                      <a:pt x="35" y="0"/>
                    </a:moveTo>
                    <a:cubicBezTo>
                      <a:pt x="16" y="0"/>
                      <a:pt x="0" y="15"/>
                      <a:pt x="0" y="34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6" y="204"/>
                      <a:pt x="35" y="204"/>
                    </a:cubicBezTo>
                    <a:cubicBezTo>
                      <a:pt x="53" y="204"/>
                      <a:pt x="69" y="189"/>
                      <a:pt x="69" y="170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15"/>
                      <a:pt x="53" y="0"/>
                      <a:pt x="3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36">
                <a:extLst>
                  <a:ext uri="{FF2B5EF4-FFF2-40B4-BE49-F238E27FC236}">
                    <a16:creationId xmlns:a16="http://schemas.microsoft.com/office/drawing/2014/main" id="{8AF32F90-1A44-49C3-BA7D-E06977063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9344" y="3180651"/>
                <a:ext cx="22552" cy="45103"/>
              </a:xfrm>
              <a:custGeom>
                <a:avLst/>
                <a:gdLst>
                  <a:gd name="T0" fmla="*/ 34 w 68"/>
                  <a:gd name="T1" fmla="*/ 0 h 137"/>
                  <a:gd name="T2" fmla="*/ 0 w 68"/>
                  <a:gd name="T3" fmla="*/ 34 h 137"/>
                  <a:gd name="T4" fmla="*/ 0 w 68"/>
                  <a:gd name="T5" fmla="*/ 102 h 137"/>
                  <a:gd name="T6" fmla="*/ 34 w 68"/>
                  <a:gd name="T7" fmla="*/ 137 h 137"/>
                  <a:gd name="T8" fmla="*/ 68 w 68"/>
                  <a:gd name="T9" fmla="*/ 102 h 137"/>
                  <a:gd name="T10" fmla="*/ 68 w 68"/>
                  <a:gd name="T11" fmla="*/ 34 h 137"/>
                  <a:gd name="T12" fmla="*/ 34 w 68"/>
                  <a:gd name="T13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37">
                <a:extLst>
                  <a:ext uri="{FF2B5EF4-FFF2-40B4-BE49-F238E27FC236}">
                    <a16:creationId xmlns:a16="http://schemas.microsoft.com/office/drawing/2014/main" id="{FBA10FF1-485D-43D6-9FA5-739C91AE48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8367" y="2819262"/>
                <a:ext cx="248913" cy="406492"/>
              </a:xfrm>
              <a:custGeom>
                <a:avLst/>
                <a:gdLst>
                  <a:gd name="T0" fmla="*/ 34 w 751"/>
                  <a:gd name="T1" fmla="*/ 409 h 1229"/>
                  <a:gd name="T2" fmla="*/ 68 w 751"/>
                  <a:gd name="T3" fmla="*/ 375 h 1229"/>
                  <a:gd name="T4" fmla="*/ 68 w 751"/>
                  <a:gd name="T5" fmla="*/ 231 h 1229"/>
                  <a:gd name="T6" fmla="*/ 409 w 751"/>
                  <a:gd name="T7" fmla="*/ 146 h 1229"/>
                  <a:gd name="T8" fmla="*/ 409 w 751"/>
                  <a:gd name="T9" fmla="*/ 717 h 1229"/>
                  <a:gd name="T10" fmla="*/ 432 w 751"/>
                  <a:gd name="T11" fmla="*/ 749 h 1229"/>
                  <a:gd name="T12" fmla="*/ 682 w 751"/>
                  <a:gd name="T13" fmla="*/ 843 h 1229"/>
                  <a:gd name="T14" fmla="*/ 682 w 751"/>
                  <a:gd name="T15" fmla="*/ 1194 h 1229"/>
                  <a:gd name="T16" fmla="*/ 717 w 751"/>
                  <a:gd name="T17" fmla="*/ 1229 h 1229"/>
                  <a:gd name="T18" fmla="*/ 751 w 751"/>
                  <a:gd name="T19" fmla="*/ 1194 h 1229"/>
                  <a:gd name="T20" fmla="*/ 751 w 751"/>
                  <a:gd name="T21" fmla="*/ 819 h 1229"/>
                  <a:gd name="T22" fmla="*/ 729 w 751"/>
                  <a:gd name="T23" fmla="*/ 787 h 1229"/>
                  <a:gd name="T24" fmla="*/ 478 w 751"/>
                  <a:gd name="T25" fmla="*/ 693 h 1229"/>
                  <a:gd name="T26" fmla="*/ 478 w 751"/>
                  <a:gd name="T27" fmla="*/ 34 h 1229"/>
                  <a:gd name="T28" fmla="*/ 444 w 751"/>
                  <a:gd name="T29" fmla="*/ 0 h 1229"/>
                  <a:gd name="T30" fmla="*/ 409 w 751"/>
                  <a:gd name="T31" fmla="*/ 34 h 1229"/>
                  <a:gd name="T32" fmla="*/ 409 w 751"/>
                  <a:gd name="T33" fmla="*/ 76 h 1229"/>
                  <a:gd name="T34" fmla="*/ 26 w 751"/>
                  <a:gd name="T35" fmla="*/ 171 h 1229"/>
                  <a:gd name="T36" fmla="*/ 0 w 751"/>
                  <a:gd name="T37" fmla="*/ 205 h 1229"/>
                  <a:gd name="T38" fmla="*/ 0 w 751"/>
                  <a:gd name="T39" fmla="*/ 375 h 1229"/>
                  <a:gd name="T40" fmla="*/ 34 w 751"/>
                  <a:gd name="T41" fmla="*/ 409 h 1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51" h="1229">
                    <a:moveTo>
                      <a:pt x="34" y="409"/>
                    </a:moveTo>
                    <a:cubicBezTo>
                      <a:pt x="53" y="409"/>
                      <a:pt x="68" y="394"/>
                      <a:pt x="68" y="3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409" y="146"/>
                      <a:pt x="409" y="146"/>
                      <a:pt x="409" y="146"/>
                    </a:cubicBezTo>
                    <a:cubicBezTo>
                      <a:pt x="409" y="717"/>
                      <a:pt x="409" y="717"/>
                      <a:pt x="409" y="717"/>
                    </a:cubicBezTo>
                    <a:cubicBezTo>
                      <a:pt x="409" y="731"/>
                      <a:pt x="418" y="744"/>
                      <a:pt x="432" y="749"/>
                    </a:cubicBezTo>
                    <a:cubicBezTo>
                      <a:pt x="682" y="843"/>
                      <a:pt x="682" y="843"/>
                      <a:pt x="682" y="843"/>
                    </a:cubicBezTo>
                    <a:cubicBezTo>
                      <a:pt x="682" y="1194"/>
                      <a:pt x="682" y="1194"/>
                      <a:pt x="682" y="1194"/>
                    </a:cubicBezTo>
                    <a:cubicBezTo>
                      <a:pt x="682" y="1213"/>
                      <a:pt x="698" y="1229"/>
                      <a:pt x="717" y="1229"/>
                    </a:cubicBezTo>
                    <a:cubicBezTo>
                      <a:pt x="735" y="1229"/>
                      <a:pt x="751" y="1213"/>
                      <a:pt x="751" y="1194"/>
                    </a:cubicBezTo>
                    <a:cubicBezTo>
                      <a:pt x="751" y="819"/>
                      <a:pt x="751" y="819"/>
                      <a:pt x="751" y="819"/>
                    </a:cubicBezTo>
                    <a:cubicBezTo>
                      <a:pt x="751" y="805"/>
                      <a:pt x="742" y="792"/>
                      <a:pt x="729" y="787"/>
                    </a:cubicBezTo>
                    <a:cubicBezTo>
                      <a:pt x="478" y="693"/>
                      <a:pt x="478" y="693"/>
                      <a:pt x="478" y="693"/>
                    </a:cubicBezTo>
                    <a:cubicBezTo>
                      <a:pt x="478" y="34"/>
                      <a:pt x="478" y="34"/>
                      <a:pt x="478" y="34"/>
                    </a:cubicBezTo>
                    <a:cubicBezTo>
                      <a:pt x="478" y="15"/>
                      <a:pt x="462" y="0"/>
                      <a:pt x="444" y="0"/>
                    </a:cubicBezTo>
                    <a:cubicBezTo>
                      <a:pt x="425" y="0"/>
                      <a:pt x="409" y="15"/>
                      <a:pt x="409" y="34"/>
                    </a:cubicBezTo>
                    <a:cubicBezTo>
                      <a:pt x="409" y="76"/>
                      <a:pt x="409" y="76"/>
                      <a:pt x="409" y="76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10" y="175"/>
                      <a:pt x="0" y="189"/>
                      <a:pt x="0" y="205"/>
                    </a:cubicBezTo>
                    <a:cubicBezTo>
                      <a:pt x="0" y="375"/>
                      <a:pt x="0" y="375"/>
                      <a:pt x="0" y="375"/>
                    </a:cubicBezTo>
                    <a:cubicBezTo>
                      <a:pt x="0" y="394"/>
                      <a:pt x="15" y="409"/>
                      <a:pt x="34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38">
                <a:extLst>
                  <a:ext uri="{FF2B5EF4-FFF2-40B4-BE49-F238E27FC236}">
                    <a16:creationId xmlns:a16="http://schemas.microsoft.com/office/drawing/2014/main" id="{72F8F90E-8FE5-4B40-B986-EB04342FC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9344" y="3112714"/>
                <a:ext cx="22552" cy="45385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39">
                <a:extLst>
                  <a:ext uri="{FF2B5EF4-FFF2-40B4-BE49-F238E27FC236}">
                    <a16:creationId xmlns:a16="http://schemas.microsoft.com/office/drawing/2014/main" id="{06C005A5-1A94-41D2-A0A5-7B0A45EE4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3959" y="3112714"/>
                <a:ext cx="22834" cy="45385"/>
              </a:xfrm>
              <a:custGeom>
                <a:avLst/>
                <a:gdLst>
                  <a:gd name="T0" fmla="*/ 69 w 69"/>
                  <a:gd name="T1" fmla="*/ 34 h 137"/>
                  <a:gd name="T2" fmla="*/ 35 w 69"/>
                  <a:gd name="T3" fmla="*/ 0 h 137"/>
                  <a:gd name="T4" fmla="*/ 0 w 69"/>
                  <a:gd name="T5" fmla="*/ 34 h 137"/>
                  <a:gd name="T6" fmla="*/ 0 w 69"/>
                  <a:gd name="T7" fmla="*/ 103 h 137"/>
                  <a:gd name="T8" fmla="*/ 35 w 69"/>
                  <a:gd name="T9" fmla="*/ 137 h 137"/>
                  <a:gd name="T10" fmla="*/ 69 w 69"/>
                  <a:gd name="T11" fmla="*/ 103 h 137"/>
                  <a:gd name="T12" fmla="*/ 69 w 69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4"/>
                    </a:moveTo>
                    <a:cubicBezTo>
                      <a:pt x="69" y="16"/>
                      <a:pt x="53" y="0"/>
                      <a:pt x="35" y="0"/>
                    </a:cubicBezTo>
                    <a:cubicBezTo>
                      <a:pt x="16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6" y="137"/>
                      <a:pt x="35" y="137"/>
                    </a:cubicBezTo>
                    <a:cubicBezTo>
                      <a:pt x="53" y="137"/>
                      <a:pt x="69" y="122"/>
                      <a:pt x="69" y="103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40">
                <a:extLst>
                  <a:ext uri="{FF2B5EF4-FFF2-40B4-BE49-F238E27FC236}">
                    <a16:creationId xmlns:a16="http://schemas.microsoft.com/office/drawing/2014/main" id="{AEE75109-B51D-4BC9-AD08-1156958EE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3248306"/>
                <a:ext cx="22834" cy="45103"/>
              </a:xfrm>
              <a:custGeom>
                <a:avLst/>
                <a:gdLst>
                  <a:gd name="T0" fmla="*/ 69 w 69"/>
                  <a:gd name="T1" fmla="*/ 34 h 136"/>
                  <a:gd name="T2" fmla="*/ 34 w 69"/>
                  <a:gd name="T3" fmla="*/ 0 h 136"/>
                  <a:gd name="T4" fmla="*/ 0 w 69"/>
                  <a:gd name="T5" fmla="*/ 34 h 136"/>
                  <a:gd name="T6" fmla="*/ 0 w 69"/>
                  <a:gd name="T7" fmla="*/ 102 h 136"/>
                  <a:gd name="T8" fmla="*/ 34 w 69"/>
                  <a:gd name="T9" fmla="*/ 136 h 136"/>
                  <a:gd name="T10" fmla="*/ 69 w 69"/>
                  <a:gd name="T11" fmla="*/ 102 h 136"/>
                  <a:gd name="T12" fmla="*/ 69 w 69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6">
                    <a:moveTo>
                      <a:pt x="69" y="34"/>
                    </a:moveTo>
                    <a:cubicBezTo>
                      <a:pt x="69" y="15"/>
                      <a:pt x="53" y="0"/>
                      <a:pt x="34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6"/>
                      <a:pt x="34" y="136"/>
                    </a:cubicBezTo>
                    <a:cubicBezTo>
                      <a:pt x="53" y="136"/>
                      <a:pt x="69" y="121"/>
                      <a:pt x="69" y="102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41">
                <a:extLst>
                  <a:ext uri="{FF2B5EF4-FFF2-40B4-BE49-F238E27FC236}">
                    <a16:creationId xmlns:a16="http://schemas.microsoft.com/office/drawing/2014/main" id="{FC20D599-AE06-4661-BC3E-E7E17B6A1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3959" y="3180651"/>
                <a:ext cx="22834" cy="45103"/>
              </a:xfrm>
              <a:custGeom>
                <a:avLst/>
                <a:gdLst>
                  <a:gd name="T0" fmla="*/ 69 w 69"/>
                  <a:gd name="T1" fmla="*/ 34 h 137"/>
                  <a:gd name="T2" fmla="*/ 35 w 69"/>
                  <a:gd name="T3" fmla="*/ 0 h 137"/>
                  <a:gd name="T4" fmla="*/ 0 w 69"/>
                  <a:gd name="T5" fmla="*/ 34 h 137"/>
                  <a:gd name="T6" fmla="*/ 0 w 69"/>
                  <a:gd name="T7" fmla="*/ 102 h 137"/>
                  <a:gd name="T8" fmla="*/ 35 w 69"/>
                  <a:gd name="T9" fmla="*/ 137 h 137"/>
                  <a:gd name="T10" fmla="*/ 69 w 69"/>
                  <a:gd name="T11" fmla="*/ 102 h 137"/>
                  <a:gd name="T12" fmla="*/ 69 w 69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4"/>
                    </a:moveTo>
                    <a:cubicBezTo>
                      <a:pt x="69" y="15"/>
                      <a:pt x="53" y="0"/>
                      <a:pt x="35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7"/>
                      <a:pt x="35" y="137"/>
                    </a:cubicBezTo>
                    <a:cubicBezTo>
                      <a:pt x="53" y="137"/>
                      <a:pt x="69" y="121"/>
                      <a:pt x="69" y="102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42">
                <a:extLst>
                  <a:ext uri="{FF2B5EF4-FFF2-40B4-BE49-F238E27FC236}">
                    <a16:creationId xmlns:a16="http://schemas.microsoft.com/office/drawing/2014/main" id="{87A9F276-7BDF-45F9-8263-F316ED948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3316242"/>
                <a:ext cx="22834" cy="67373"/>
              </a:xfrm>
              <a:custGeom>
                <a:avLst/>
                <a:gdLst>
                  <a:gd name="T0" fmla="*/ 34 w 69"/>
                  <a:gd name="T1" fmla="*/ 0 h 204"/>
                  <a:gd name="T2" fmla="*/ 0 w 69"/>
                  <a:gd name="T3" fmla="*/ 34 h 204"/>
                  <a:gd name="T4" fmla="*/ 0 w 69"/>
                  <a:gd name="T5" fmla="*/ 170 h 204"/>
                  <a:gd name="T6" fmla="*/ 34 w 69"/>
                  <a:gd name="T7" fmla="*/ 204 h 204"/>
                  <a:gd name="T8" fmla="*/ 69 w 69"/>
                  <a:gd name="T9" fmla="*/ 170 h 204"/>
                  <a:gd name="T10" fmla="*/ 69 w 69"/>
                  <a:gd name="T11" fmla="*/ 34 h 204"/>
                  <a:gd name="T12" fmla="*/ 34 w 69"/>
                  <a:gd name="T1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204">
                    <a:moveTo>
                      <a:pt x="34" y="0"/>
                    </a:moveTo>
                    <a:cubicBezTo>
                      <a:pt x="16" y="0"/>
                      <a:pt x="0" y="15"/>
                      <a:pt x="0" y="34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6" y="204"/>
                      <a:pt x="34" y="204"/>
                    </a:cubicBezTo>
                    <a:cubicBezTo>
                      <a:pt x="53" y="204"/>
                      <a:pt x="69" y="189"/>
                      <a:pt x="69" y="170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6FD3215F-62D5-4A59-A286-366F8F36C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470" y="3180651"/>
                <a:ext cx="22834" cy="45103"/>
              </a:xfrm>
              <a:custGeom>
                <a:avLst/>
                <a:gdLst>
                  <a:gd name="T0" fmla="*/ 69 w 69"/>
                  <a:gd name="T1" fmla="*/ 34 h 137"/>
                  <a:gd name="T2" fmla="*/ 34 w 69"/>
                  <a:gd name="T3" fmla="*/ 0 h 137"/>
                  <a:gd name="T4" fmla="*/ 0 w 69"/>
                  <a:gd name="T5" fmla="*/ 34 h 137"/>
                  <a:gd name="T6" fmla="*/ 0 w 69"/>
                  <a:gd name="T7" fmla="*/ 102 h 137"/>
                  <a:gd name="T8" fmla="*/ 34 w 69"/>
                  <a:gd name="T9" fmla="*/ 137 h 137"/>
                  <a:gd name="T10" fmla="*/ 69 w 69"/>
                  <a:gd name="T11" fmla="*/ 102 h 137"/>
                  <a:gd name="T12" fmla="*/ 69 w 69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137">
                    <a:moveTo>
                      <a:pt x="69" y="34"/>
                    </a:moveTo>
                    <a:cubicBezTo>
                      <a:pt x="69" y="15"/>
                      <a:pt x="53" y="0"/>
                      <a:pt x="34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6" y="137"/>
                      <a:pt x="34" y="137"/>
                    </a:cubicBezTo>
                    <a:cubicBezTo>
                      <a:pt x="53" y="137"/>
                      <a:pt x="69" y="121"/>
                      <a:pt x="69" y="102"/>
                    </a:cubicBezTo>
                    <a:lnTo>
                      <a:pt x="69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44">
                <a:extLst>
                  <a:ext uri="{FF2B5EF4-FFF2-40B4-BE49-F238E27FC236}">
                    <a16:creationId xmlns:a16="http://schemas.microsoft.com/office/drawing/2014/main" id="{F21414FB-1BBD-4D74-B059-1C3477E33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879" y="2954289"/>
                <a:ext cx="203528" cy="429326"/>
              </a:xfrm>
              <a:custGeom>
                <a:avLst/>
                <a:gdLst>
                  <a:gd name="T0" fmla="*/ 580 w 614"/>
                  <a:gd name="T1" fmla="*/ 1298 h 1298"/>
                  <a:gd name="T2" fmla="*/ 614 w 614"/>
                  <a:gd name="T3" fmla="*/ 1264 h 1298"/>
                  <a:gd name="T4" fmla="*/ 614 w 614"/>
                  <a:gd name="T5" fmla="*/ 172 h 1298"/>
                  <a:gd name="T6" fmla="*/ 588 w 614"/>
                  <a:gd name="T7" fmla="*/ 139 h 1298"/>
                  <a:gd name="T8" fmla="*/ 42 w 614"/>
                  <a:gd name="T9" fmla="*/ 2 h 1298"/>
                  <a:gd name="T10" fmla="*/ 13 w 614"/>
                  <a:gd name="T11" fmla="*/ 9 h 1298"/>
                  <a:gd name="T12" fmla="*/ 0 w 614"/>
                  <a:gd name="T13" fmla="*/ 36 h 1298"/>
                  <a:gd name="T14" fmla="*/ 0 w 614"/>
                  <a:gd name="T15" fmla="*/ 786 h 1298"/>
                  <a:gd name="T16" fmla="*/ 34 w 614"/>
                  <a:gd name="T17" fmla="*/ 821 h 1298"/>
                  <a:gd name="T18" fmla="*/ 68 w 614"/>
                  <a:gd name="T19" fmla="*/ 786 h 1298"/>
                  <a:gd name="T20" fmla="*/ 68 w 614"/>
                  <a:gd name="T21" fmla="*/ 79 h 1298"/>
                  <a:gd name="T22" fmla="*/ 546 w 614"/>
                  <a:gd name="T23" fmla="*/ 199 h 1298"/>
                  <a:gd name="T24" fmla="*/ 546 w 614"/>
                  <a:gd name="T25" fmla="*/ 1264 h 1298"/>
                  <a:gd name="T26" fmla="*/ 580 w 614"/>
                  <a:gd name="T27" fmla="*/ 1298 h 1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14" h="1298">
                    <a:moveTo>
                      <a:pt x="580" y="1298"/>
                    </a:moveTo>
                    <a:cubicBezTo>
                      <a:pt x="599" y="1298"/>
                      <a:pt x="614" y="1283"/>
                      <a:pt x="614" y="1264"/>
                    </a:cubicBezTo>
                    <a:cubicBezTo>
                      <a:pt x="614" y="172"/>
                      <a:pt x="614" y="172"/>
                      <a:pt x="614" y="172"/>
                    </a:cubicBezTo>
                    <a:cubicBezTo>
                      <a:pt x="614" y="156"/>
                      <a:pt x="603" y="143"/>
                      <a:pt x="588" y="139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32" y="0"/>
                      <a:pt x="21" y="2"/>
                      <a:pt x="13" y="9"/>
                    </a:cubicBezTo>
                    <a:cubicBezTo>
                      <a:pt x="5" y="15"/>
                      <a:pt x="0" y="25"/>
                      <a:pt x="0" y="36"/>
                    </a:cubicBezTo>
                    <a:cubicBezTo>
                      <a:pt x="0" y="786"/>
                      <a:pt x="0" y="786"/>
                      <a:pt x="0" y="786"/>
                    </a:cubicBezTo>
                    <a:cubicBezTo>
                      <a:pt x="0" y="805"/>
                      <a:pt x="15" y="821"/>
                      <a:pt x="34" y="821"/>
                    </a:cubicBezTo>
                    <a:cubicBezTo>
                      <a:pt x="53" y="821"/>
                      <a:pt x="68" y="805"/>
                      <a:pt x="68" y="786"/>
                    </a:cubicBezTo>
                    <a:cubicBezTo>
                      <a:pt x="68" y="79"/>
                      <a:pt x="68" y="79"/>
                      <a:pt x="68" y="79"/>
                    </a:cubicBezTo>
                    <a:cubicBezTo>
                      <a:pt x="546" y="199"/>
                      <a:pt x="546" y="199"/>
                      <a:pt x="546" y="199"/>
                    </a:cubicBezTo>
                    <a:cubicBezTo>
                      <a:pt x="546" y="1264"/>
                      <a:pt x="546" y="1264"/>
                      <a:pt x="546" y="1264"/>
                    </a:cubicBezTo>
                    <a:cubicBezTo>
                      <a:pt x="546" y="1283"/>
                      <a:pt x="561" y="1298"/>
                      <a:pt x="580" y="12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45">
                <a:extLst>
                  <a:ext uri="{FF2B5EF4-FFF2-40B4-BE49-F238E27FC236}">
                    <a16:creationId xmlns:a16="http://schemas.microsoft.com/office/drawing/2014/main" id="{71AD808B-B36D-44A0-8511-2110FDCBB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2977405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46">
                <a:extLst>
                  <a:ext uri="{FF2B5EF4-FFF2-40B4-BE49-F238E27FC236}">
                    <a16:creationId xmlns:a16="http://schemas.microsoft.com/office/drawing/2014/main" id="{084D0473-9A3C-4161-8838-9257CCFFC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2909468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47">
                <a:extLst>
                  <a:ext uri="{FF2B5EF4-FFF2-40B4-BE49-F238E27FC236}">
                    <a16:creationId xmlns:a16="http://schemas.microsoft.com/office/drawing/2014/main" id="{94D79FB9-518D-4A85-88E1-5EFCBEAC2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7184" y="3248306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cubicBezTo>
                      <a:pt x="68" y="34"/>
                      <a:pt x="68" y="34"/>
                      <a:pt x="6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48">
                <a:extLst>
                  <a:ext uri="{FF2B5EF4-FFF2-40B4-BE49-F238E27FC236}">
                    <a16:creationId xmlns:a16="http://schemas.microsoft.com/office/drawing/2014/main" id="{4CDB57A5-FC02-4A83-B135-0BA1F8071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6696" y="3067611"/>
                <a:ext cx="158143" cy="316004"/>
              </a:xfrm>
              <a:custGeom>
                <a:avLst/>
                <a:gdLst>
                  <a:gd name="T0" fmla="*/ 34 w 477"/>
                  <a:gd name="T1" fmla="*/ 273 h 955"/>
                  <a:gd name="T2" fmla="*/ 68 w 477"/>
                  <a:gd name="T3" fmla="*/ 239 h 955"/>
                  <a:gd name="T4" fmla="*/ 68 w 477"/>
                  <a:gd name="T5" fmla="*/ 68 h 955"/>
                  <a:gd name="T6" fmla="*/ 409 w 477"/>
                  <a:gd name="T7" fmla="*/ 68 h 955"/>
                  <a:gd name="T8" fmla="*/ 409 w 477"/>
                  <a:gd name="T9" fmla="*/ 921 h 955"/>
                  <a:gd name="T10" fmla="*/ 443 w 477"/>
                  <a:gd name="T11" fmla="*/ 955 h 955"/>
                  <a:gd name="T12" fmla="*/ 477 w 477"/>
                  <a:gd name="T13" fmla="*/ 921 h 955"/>
                  <a:gd name="T14" fmla="*/ 477 w 477"/>
                  <a:gd name="T15" fmla="*/ 34 h 955"/>
                  <a:gd name="T16" fmla="*/ 443 w 477"/>
                  <a:gd name="T17" fmla="*/ 0 h 955"/>
                  <a:gd name="T18" fmla="*/ 34 w 477"/>
                  <a:gd name="T19" fmla="*/ 0 h 955"/>
                  <a:gd name="T20" fmla="*/ 0 w 477"/>
                  <a:gd name="T21" fmla="*/ 34 h 955"/>
                  <a:gd name="T22" fmla="*/ 0 w 477"/>
                  <a:gd name="T23" fmla="*/ 239 h 955"/>
                  <a:gd name="T24" fmla="*/ 34 w 477"/>
                  <a:gd name="T25" fmla="*/ 273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7" h="955">
                    <a:moveTo>
                      <a:pt x="34" y="273"/>
                    </a:moveTo>
                    <a:cubicBezTo>
                      <a:pt x="53" y="273"/>
                      <a:pt x="68" y="258"/>
                      <a:pt x="68" y="239"/>
                    </a:cubicBezTo>
                    <a:cubicBezTo>
                      <a:pt x="68" y="68"/>
                      <a:pt x="68" y="68"/>
                      <a:pt x="68" y="68"/>
                    </a:cubicBezTo>
                    <a:cubicBezTo>
                      <a:pt x="409" y="68"/>
                      <a:pt x="409" y="68"/>
                      <a:pt x="409" y="68"/>
                    </a:cubicBezTo>
                    <a:cubicBezTo>
                      <a:pt x="409" y="921"/>
                      <a:pt x="409" y="921"/>
                      <a:pt x="409" y="921"/>
                    </a:cubicBezTo>
                    <a:cubicBezTo>
                      <a:pt x="409" y="940"/>
                      <a:pt x="424" y="955"/>
                      <a:pt x="443" y="955"/>
                    </a:cubicBezTo>
                    <a:cubicBezTo>
                      <a:pt x="462" y="955"/>
                      <a:pt x="477" y="940"/>
                      <a:pt x="477" y="921"/>
                    </a:cubicBezTo>
                    <a:cubicBezTo>
                      <a:pt x="477" y="34"/>
                      <a:pt x="477" y="34"/>
                      <a:pt x="477" y="34"/>
                    </a:cubicBezTo>
                    <a:cubicBezTo>
                      <a:pt x="477" y="15"/>
                      <a:pt x="462" y="0"/>
                      <a:pt x="443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0" y="258"/>
                      <a:pt x="15" y="273"/>
                      <a:pt x="34" y="2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49">
                <a:extLst>
                  <a:ext uri="{FF2B5EF4-FFF2-40B4-BE49-F238E27FC236}">
                    <a16:creationId xmlns:a16="http://schemas.microsoft.com/office/drawing/2014/main" id="{8ACC0F36-4016-400D-89D8-BD196C890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2287" y="2977405"/>
                <a:ext cx="22552" cy="45103"/>
              </a:xfrm>
              <a:custGeom>
                <a:avLst/>
                <a:gdLst>
                  <a:gd name="T0" fmla="*/ 0 w 68"/>
                  <a:gd name="T1" fmla="*/ 34 h 136"/>
                  <a:gd name="T2" fmla="*/ 0 w 68"/>
                  <a:gd name="T3" fmla="*/ 102 h 136"/>
                  <a:gd name="T4" fmla="*/ 34 w 68"/>
                  <a:gd name="T5" fmla="*/ 136 h 136"/>
                  <a:gd name="T6" fmla="*/ 68 w 68"/>
                  <a:gd name="T7" fmla="*/ 102 h 136"/>
                  <a:gd name="T8" fmla="*/ 68 w 68"/>
                  <a:gd name="T9" fmla="*/ 34 h 136"/>
                  <a:gd name="T10" fmla="*/ 34 w 68"/>
                  <a:gd name="T11" fmla="*/ 0 h 136"/>
                  <a:gd name="T12" fmla="*/ 0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0" y="34"/>
                    </a:move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50">
                <a:extLst>
                  <a:ext uri="{FF2B5EF4-FFF2-40B4-BE49-F238E27FC236}">
                    <a16:creationId xmlns:a16="http://schemas.microsoft.com/office/drawing/2014/main" id="{16165133-EE69-4E83-93C0-6C8C0AE8F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2841813"/>
                <a:ext cx="22552" cy="45103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2 h 137"/>
                  <a:gd name="T8" fmla="*/ 34 w 68"/>
                  <a:gd name="T9" fmla="*/ 137 h 137"/>
                  <a:gd name="T10" fmla="*/ 68 w 68"/>
                  <a:gd name="T11" fmla="*/ 102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51">
                <a:extLst>
                  <a:ext uri="{FF2B5EF4-FFF2-40B4-BE49-F238E27FC236}">
                    <a16:creationId xmlns:a16="http://schemas.microsoft.com/office/drawing/2014/main" id="{8C052C20-4732-460C-897B-12C19CE2C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7184" y="3316242"/>
                <a:ext cx="22552" cy="67373"/>
              </a:xfrm>
              <a:custGeom>
                <a:avLst/>
                <a:gdLst>
                  <a:gd name="T0" fmla="*/ 34 w 68"/>
                  <a:gd name="T1" fmla="*/ 0 h 204"/>
                  <a:gd name="T2" fmla="*/ 0 w 68"/>
                  <a:gd name="T3" fmla="*/ 34 h 204"/>
                  <a:gd name="T4" fmla="*/ 0 w 68"/>
                  <a:gd name="T5" fmla="*/ 170 h 204"/>
                  <a:gd name="T6" fmla="*/ 34 w 68"/>
                  <a:gd name="T7" fmla="*/ 204 h 204"/>
                  <a:gd name="T8" fmla="*/ 68 w 68"/>
                  <a:gd name="T9" fmla="*/ 170 h 204"/>
                  <a:gd name="T10" fmla="*/ 68 w 68"/>
                  <a:gd name="T11" fmla="*/ 34 h 204"/>
                  <a:gd name="T12" fmla="*/ 34 w 68"/>
                  <a:gd name="T1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204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5" y="204"/>
                      <a:pt x="34" y="204"/>
                    </a:cubicBezTo>
                    <a:cubicBezTo>
                      <a:pt x="53" y="204"/>
                      <a:pt x="68" y="189"/>
                      <a:pt x="68" y="170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52">
                <a:extLst>
                  <a:ext uri="{FF2B5EF4-FFF2-40B4-BE49-F238E27FC236}">
                    <a16:creationId xmlns:a16="http://schemas.microsoft.com/office/drawing/2014/main" id="{568702E9-4A3B-4D04-AFCD-766F758689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31311" y="3180651"/>
                <a:ext cx="678521" cy="248349"/>
              </a:xfrm>
              <a:custGeom>
                <a:avLst/>
                <a:gdLst>
                  <a:gd name="T0" fmla="*/ 2014 w 2048"/>
                  <a:gd name="T1" fmla="*/ 683 h 751"/>
                  <a:gd name="T2" fmla="*/ 1946 w 2048"/>
                  <a:gd name="T3" fmla="*/ 683 h 751"/>
                  <a:gd name="T4" fmla="*/ 1946 w 2048"/>
                  <a:gd name="T5" fmla="*/ 473 h 751"/>
                  <a:gd name="T6" fmla="*/ 2048 w 2048"/>
                  <a:gd name="T7" fmla="*/ 341 h 751"/>
                  <a:gd name="T8" fmla="*/ 1911 w 2048"/>
                  <a:gd name="T9" fmla="*/ 205 h 751"/>
                  <a:gd name="T10" fmla="*/ 1775 w 2048"/>
                  <a:gd name="T11" fmla="*/ 341 h 751"/>
                  <a:gd name="T12" fmla="*/ 1877 w 2048"/>
                  <a:gd name="T13" fmla="*/ 473 h 751"/>
                  <a:gd name="T14" fmla="*/ 1877 w 2048"/>
                  <a:gd name="T15" fmla="*/ 683 h 751"/>
                  <a:gd name="T16" fmla="*/ 1024 w 2048"/>
                  <a:gd name="T17" fmla="*/ 683 h 751"/>
                  <a:gd name="T18" fmla="*/ 1024 w 2048"/>
                  <a:gd name="T19" fmla="*/ 543 h 751"/>
                  <a:gd name="T20" fmla="*/ 1161 w 2048"/>
                  <a:gd name="T21" fmla="*/ 376 h 751"/>
                  <a:gd name="T22" fmla="*/ 990 w 2048"/>
                  <a:gd name="T23" fmla="*/ 205 h 751"/>
                  <a:gd name="T24" fmla="*/ 819 w 2048"/>
                  <a:gd name="T25" fmla="*/ 376 h 751"/>
                  <a:gd name="T26" fmla="*/ 956 w 2048"/>
                  <a:gd name="T27" fmla="*/ 543 h 751"/>
                  <a:gd name="T28" fmla="*/ 956 w 2048"/>
                  <a:gd name="T29" fmla="*/ 683 h 751"/>
                  <a:gd name="T30" fmla="*/ 205 w 2048"/>
                  <a:gd name="T31" fmla="*/ 683 h 751"/>
                  <a:gd name="T32" fmla="*/ 205 w 2048"/>
                  <a:gd name="T33" fmla="*/ 338 h 751"/>
                  <a:gd name="T34" fmla="*/ 341 w 2048"/>
                  <a:gd name="T35" fmla="*/ 171 h 751"/>
                  <a:gd name="T36" fmla="*/ 171 w 2048"/>
                  <a:gd name="T37" fmla="*/ 0 h 751"/>
                  <a:gd name="T38" fmla="*/ 0 w 2048"/>
                  <a:gd name="T39" fmla="*/ 171 h 751"/>
                  <a:gd name="T40" fmla="*/ 137 w 2048"/>
                  <a:gd name="T41" fmla="*/ 338 h 751"/>
                  <a:gd name="T42" fmla="*/ 137 w 2048"/>
                  <a:gd name="T43" fmla="*/ 683 h 751"/>
                  <a:gd name="T44" fmla="*/ 34 w 2048"/>
                  <a:gd name="T45" fmla="*/ 683 h 751"/>
                  <a:gd name="T46" fmla="*/ 0 w 2048"/>
                  <a:gd name="T47" fmla="*/ 717 h 751"/>
                  <a:gd name="T48" fmla="*/ 34 w 2048"/>
                  <a:gd name="T49" fmla="*/ 751 h 751"/>
                  <a:gd name="T50" fmla="*/ 2014 w 2048"/>
                  <a:gd name="T51" fmla="*/ 751 h 751"/>
                  <a:gd name="T52" fmla="*/ 2048 w 2048"/>
                  <a:gd name="T53" fmla="*/ 717 h 751"/>
                  <a:gd name="T54" fmla="*/ 2014 w 2048"/>
                  <a:gd name="T55" fmla="*/ 683 h 751"/>
                  <a:gd name="T56" fmla="*/ 68 w 2048"/>
                  <a:gd name="T57" fmla="*/ 171 h 751"/>
                  <a:gd name="T58" fmla="*/ 171 w 2048"/>
                  <a:gd name="T59" fmla="*/ 68 h 751"/>
                  <a:gd name="T60" fmla="*/ 273 w 2048"/>
                  <a:gd name="T61" fmla="*/ 171 h 751"/>
                  <a:gd name="T62" fmla="*/ 171 w 2048"/>
                  <a:gd name="T63" fmla="*/ 273 h 751"/>
                  <a:gd name="T64" fmla="*/ 68 w 2048"/>
                  <a:gd name="T65" fmla="*/ 171 h 751"/>
                  <a:gd name="T66" fmla="*/ 887 w 2048"/>
                  <a:gd name="T67" fmla="*/ 376 h 751"/>
                  <a:gd name="T68" fmla="*/ 990 w 2048"/>
                  <a:gd name="T69" fmla="*/ 273 h 751"/>
                  <a:gd name="T70" fmla="*/ 1092 w 2048"/>
                  <a:gd name="T71" fmla="*/ 376 h 751"/>
                  <a:gd name="T72" fmla="*/ 990 w 2048"/>
                  <a:gd name="T73" fmla="*/ 478 h 751"/>
                  <a:gd name="T74" fmla="*/ 887 w 2048"/>
                  <a:gd name="T75" fmla="*/ 376 h 751"/>
                  <a:gd name="T76" fmla="*/ 1843 w 2048"/>
                  <a:gd name="T77" fmla="*/ 341 h 751"/>
                  <a:gd name="T78" fmla="*/ 1911 w 2048"/>
                  <a:gd name="T79" fmla="*/ 273 h 751"/>
                  <a:gd name="T80" fmla="*/ 1980 w 2048"/>
                  <a:gd name="T81" fmla="*/ 341 h 751"/>
                  <a:gd name="T82" fmla="*/ 1911 w 2048"/>
                  <a:gd name="T83" fmla="*/ 410 h 751"/>
                  <a:gd name="T84" fmla="*/ 1843 w 2048"/>
                  <a:gd name="T85" fmla="*/ 341 h 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48" h="751">
                    <a:moveTo>
                      <a:pt x="2014" y="683"/>
                    </a:moveTo>
                    <a:cubicBezTo>
                      <a:pt x="1946" y="683"/>
                      <a:pt x="1946" y="683"/>
                      <a:pt x="1946" y="683"/>
                    </a:cubicBezTo>
                    <a:cubicBezTo>
                      <a:pt x="1946" y="473"/>
                      <a:pt x="1946" y="473"/>
                      <a:pt x="1946" y="473"/>
                    </a:cubicBezTo>
                    <a:cubicBezTo>
                      <a:pt x="2004" y="458"/>
                      <a:pt x="2048" y="405"/>
                      <a:pt x="2048" y="341"/>
                    </a:cubicBezTo>
                    <a:cubicBezTo>
                      <a:pt x="2048" y="266"/>
                      <a:pt x="1987" y="205"/>
                      <a:pt x="1911" y="205"/>
                    </a:cubicBezTo>
                    <a:cubicBezTo>
                      <a:pt x="1836" y="205"/>
                      <a:pt x="1775" y="266"/>
                      <a:pt x="1775" y="341"/>
                    </a:cubicBezTo>
                    <a:cubicBezTo>
                      <a:pt x="1775" y="405"/>
                      <a:pt x="1819" y="458"/>
                      <a:pt x="1877" y="473"/>
                    </a:cubicBezTo>
                    <a:cubicBezTo>
                      <a:pt x="1877" y="683"/>
                      <a:pt x="1877" y="683"/>
                      <a:pt x="1877" y="683"/>
                    </a:cubicBezTo>
                    <a:cubicBezTo>
                      <a:pt x="1024" y="683"/>
                      <a:pt x="1024" y="683"/>
                      <a:pt x="1024" y="683"/>
                    </a:cubicBezTo>
                    <a:cubicBezTo>
                      <a:pt x="1024" y="543"/>
                      <a:pt x="1024" y="543"/>
                      <a:pt x="1024" y="543"/>
                    </a:cubicBezTo>
                    <a:cubicBezTo>
                      <a:pt x="1102" y="527"/>
                      <a:pt x="1161" y="458"/>
                      <a:pt x="1161" y="376"/>
                    </a:cubicBezTo>
                    <a:cubicBezTo>
                      <a:pt x="1161" y="281"/>
                      <a:pt x="1084" y="205"/>
                      <a:pt x="990" y="205"/>
                    </a:cubicBezTo>
                    <a:cubicBezTo>
                      <a:pt x="896" y="205"/>
                      <a:pt x="819" y="281"/>
                      <a:pt x="819" y="376"/>
                    </a:cubicBezTo>
                    <a:cubicBezTo>
                      <a:pt x="819" y="458"/>
                      <a:pt x="878" y="527"/>
                      <a:pt x="956" y="543"/>
                    </a:cubicBezTo>
                    <a:cubicBezTo>
                      <a:pt x="956" y="683"/>
                      <a:pt x="956" y="683"/>
                      <a:pt x="956" y="683"/>
                    </a:cubicBezTo>
                    <a:cubicBezTo>
                      <a:pt x="205" y="683"/>
                      <a:pt x="205" y="683"/>
                      <a:pt x="205" y="683"/>
                    </a:cubicBezTo>
                    <a:cubicBezTo>
                      <a:pt x="205" y="338"/>
                      <a:pt x="205" y="338"/>
                      <a:pt x="205" y="338"/>
                    </a:cubicBezTo>
                    <a:cubicBezTo>
                      <a:pt x="283" y="322"/>
                      <a:pt x="341" y="253"/>
                      <a:pt x="341" y="171"/>
                    </a:cubicBezTo>
                    <a:cubicBezTo>
                      <a:pt x="341" y="77"/>
                      <a:pt x="265" y="0"/>
                      <a:pt x="171" y="0"/>
                    </a:cubicBezTo>
                    <a:cubicBezTo>
                      <a:pt x="77" y="0"/>
                      <a:pt x="0" y="77"/>
                      <a:pt x="0" y="171"/>
                    </a:cubicBezTo>
                    <a:cubicBezTo>
                      <a:pt x="0" y="253"/>
                      <a:pt x="59" y="322"/>
                      <a:pt x="137" y="338"/>
                    </a:cubicBezTo>
                    <a:cubicBezTo>
                      <a:pt x="137" y="683"/>
                      <a:pt x="137" y="683"/>
                      <a:pt x="137" y="683"/>
                    </a:cubicBezTo>
                    <a:cubicBezTo>
                      <a:pt x="34" y="683"/>
                      <a:pt x="34" y="683"/>
                      <a:pt x="34" y="683"/>
                    </a:cubicBezTo>
                    <a:cubicBezTo>
                      <a:pt x="15" y="683"/>
                      <a:pt x="0" y="698"/>
                      <a:pt x="0" y="717"/>
                    </a:cubicBezTo>
                    <a:cubicBezTo>
                      <a:pt x="0" y="736"/>
                      <a:pt x="15" y="751"/>
                      <a:pt x="34" y="751"/>
                    </a:cubicBezTo>
                    <a:cubicBezTo>
                      <a:pt x="2014" y="751"/>
                      <a:pt x="2014" y="751"/>
                      <a:pt x="2014" y="751"/>
                    </a:cubicBezTo>
                    <a:cubicBezTo>
                      <a:pt x="2033" y="751"/>
                      <a:pt x="2048" y="736"/>
                      <a:pt x="2048" y="717"/>
                    </a:cubicBezTo>
                    <a:cubicBezTo>
                      <a:pt x="2048" y="698"/>
                      <a:pt x="2033" y="683"/>
                      <a:pt x="2014" y="683"/>
                    </a:cubicBezTo>
                    <a:close/>
                    <a:moveTo>
                      <a:pt x="68" y="171"/>
                    </a:moveTo>
                    <a:cubicBezTo>
                      <a:pt x="68" y="114"/>
                      <a:pt x="114" y="68"/>
                      <a:pt x="171" y="68"/>
                    </a:cubicBezTo>
                    <a:cubicBezTo>
                      <a:pt x="227" y="68"/>
                      <a:pt x="273" y="114"/>
                      <a:pt x="273" y="171"/>
                    </a:cubicBezTo>
                    <a:cubicBezTo>
                      <a:pt x="273" y="227"/>
                      <a:pt x="227" y="273"/>
                      <a:pt x="171" y="273"/>
                    </a:cubicBezTo>
                    <a:cubicBezTo>
                      <a:pt x="114" y="273"/>
                      <a:pt x="68" y="227"/>
                      <a:pt x="68" y="171"/>
                    </a:cubicBezTo>
                    <a:close/>
                    <a:moveTo>
                      <a:pt x="887" y="376"/>
                    </a:moveTo>
                    <a:cubicBezTo>
                      <a:pt x="887" y="319"/>
                      <a:pt x="933" y="273"/>
                      <a:pt x="990" y="273"/>
                    </a:cubicBezTo>
                    <a:cubicBezTo>
                      <a:pt x="1046" y="273"/>
                      <a:pt x="1092" y="319"/>
                      <a:pt x="1092" y="376"/>
                    </a:cubicBezTo>
                    <a:cubicBezTo>
                      <a:pt x="1092" y="432"/>
                      <a:pt x="1046" y="478"/>
                      <a:pt x="990" y="478"/>
                    </a:cubicBezTo>
                    <a:cubicBezTo>
                      <a:pt x="933" y="478"/>
                      <a:pt x="887" y="432"/>
                      <a:pt x="887" y="376"/>
                    </a:cubicBezTo>
                    <a:close/>
                    <a:moveTo>
                      <a:pt x="1843" y="341"/>
                    </a:moveTo>
                    <a:cubicBezTo>
                      <a:pt x="1843" y="304"/>
                      <a:pt x="1874" y="273"/>
                      <a:pt x="1911" y="273"/>
                    </a:cubicBezTo>
                    <a:cubicBezTo>
                      <a:pt x="1949" y="273"/>
                      <a:pt x="1980" y="304"/>
                      <a:pt x="1980" y="341"/>
                    </a:cubicBezTo>
                    <a:cubicBezTo>
                      <a:pt x="1980" y="379"/>
                      <a:pt x="1949" y="410"/>
                      <a:pt x="1911" y="410"/>
                    </a:cubicBezTo>
                    <a:cubicBezTo>
                      <a:pt x="1874" y="410"/>
                      <a:pt x="1843" y="379"/>
                      <a:pt x="1843" y="3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53">
                <a:extLst>
                  <a:ext uri="{FF2B5EF4-FFF2-40B4-BE49-F238E27FC236}">
                    <a16:creationId xmlns:a16="http://schemas.microsoft.com/office/drawing/2014/main" id="{E4C0AC5E-FE5A-4DB6-AC89-4E6847BB9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1799" y="3316242"/>
                <a:ext cx="22552" cy="67373"/>
              </a:xfrm>
              <a:custGeom>
                <a:avLst/>
                <a:gdLst>
                  <a:gd name="T0" fmla="*/ 0 w 68"/>
                  <a:gd name="T1" fmla="*/ 34 h 204"/>
                  <a:gd name="T2" fmla="*/ 0 w 68"/>
                  <a:gd name="T3" fmla="*/ 170 h 204"/>
                  <a:gd name="T4" fmla="*/ 34 w 68"/>
                  <a:gd name="T5" fmla="*/ 204 h 204"/>
                  <a:gd name="T6" fmla="*/ 68 w 68"/>
                  <a:gd name="T7" fmla="*/ 170 h 204"/>
                  <a:gd name="T8" fmla="*/ 68 w 68"/>
                  <a:gd name="T9" fmla="*/ 34 h 204"/>
                  <a:gd name="T10" fmla="*/ 34 w 68"/>
                  <a:gd name="T11" fmla="*/ 0 h 204"/>
                  <a:gd name="T12" fmla="*/ 0 w 68"/>
                  <a:gd name="T13" fmla="*/ 3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204">
                    <a:moveTo>
                      <a:pt x="0" y="34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5" y="204"/>
                      <a:pt x="34" y="204"/>
                    </a:cubicBezTo>
                    <a:cubicBezTo>
                      <a:pt x="53" y="204"/>
                      <a:pt x="68" y="189"/>
                      <a:pt x="68" y="170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54">
                <a:extLst>
                  <a:ext uri="{FF2B5EF4-FFF2-40B4-BE49-F238E27FC236}">
                    <a16:creationId xmlns:a16="http://schemas.microsoft.com/office/drawing/2014/main" id="{51705D20-6BF5-4E4F-8ED7-663D834CC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7184" y="3112714"/>
                <a:ext cx="22552" cy="45385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55">
                <a:extLst>
                  <a:ext uri="{FF2B5EF4-FFF2-40B4-BE49-F238E27FC236}">
                    <a16:creationId xmlns:a16="http://schemas.microsoft.com/office/drawing/2014/main" id="{B6F1F0A6-6946-47DB-8DE8-FB14DDDBB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7184" y="3180651"/>
                <a:ext cx="22552" cy="45103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2 h 137"/>
                  <a:gd name="T8" fmla="*/ 34 w 68"/>
                  <a:gd name="T9" fmla="*/ 137 h 137"/>
                  <a:gd name="T10" fmla="*/ 68 w 68"/>
                  <a:gd name="T11" fmla="*/ 102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56">
                <a:extLst>
                  <a:ext uri="{FF2B5EF4-FFF2-40B4-BE49-F238E27FC236}">
                    <a16:creationId xmlns:a16="http://schemas.microsoft.com/office/drawing/2014/main" id="{35079E50-7CFD-438E-A84F-0296A8AE2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1799" y="3112714"/>
                <a:ext cx="22552" cy="45385"/>
              </a:xfrm>
              <a:custGeom>
                <a:avLst/>
                <a:gdLst>
                  <a:gd name="T0" fmla="*/ 0 w 68"/>
                  <a:gd name="T1" fmla="*/ 34 h 137"/>
                  <a:gd name="T2" fmla="*/ 0 w 68"/>
                  <a:gd name="T3" fmla="*/ 103 h 137"/>
                  <a:gd name="T4" fmla="*/ 34 w 68"/>
                  <a:gd name="T5" fmla="*/ 137 h 137"/>
                  <a:gd name="T6" fmla="*/ 68 w 68"/>
                  <a:gd name="T7" fmla="*/ 103 h 137"/>
                  <a:gd name="T8" fmla="*/ 68 w 68"/>
                  <a:gd name="T9" fmla="*/ 34 h 137"/>
                  <a:gd name="T10" fmla="*/ 34 w 68"/>
                  <a:gd name="T11" fmla="*/ 0 h 137"/>
                  <a:gd name="T12" fmla="*/ 0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0" y="34"/>
                    </a:move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57">
                <a:extLst>
                  <a:ext uri="{FF2B5EF4-FFF2-40B4-BE49-F238E27FC236}">
                    <a16:creationId xmlns:a16="http://schemas.microsoft.com/office/drawing/2014/main" id="{C6094BDD-B410-48EA-84E0-83EC914FA9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3180651"/>
                <a:ext cx="22552" cy="45103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2 h 137"/>
                  <a:gd name="T8" fmla="*/ 34 w 68"/>
                  <a:gd name="T9" fmla="*/ 137 h 137"/>
                  <a:gd name="T10" fmla="*/ 68 w 68"/>
                  <a:gd name="T11" fmla="*/ 102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58">
                <a:extLst>
                  <a:ext uri="{FF2B5EF4-FFF2-40B4-BE49-F238E27FC236}">
                    <a16:creationId xmlns:a16="http://schemas.microsoft.com/office/drawing/2014/main" id="{FA639761-9806-4C53-B881-3667D90BD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3044778"/>
                <a:ext cx="22552" cy="45385"/>
              </a:xfrm>
              <a:custGeom>
                <a:avLst/>
                <a:gdLst>
                  <a:gd name="T0" fmla="*/ 68 w 68"/>
                  <a:gd name="T1" fmla="*/ 35 h 137"/>
                  <a:gd name="T2" fmla="*/ 34 w 68"/>
                  <a:gd name="T3" fmla="*/ 0 h 137"/>
                  <a:gd name="T4" fmla="*/ 0 w 68"/>
                  <a:gd name="T5" fmla="*/ 35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5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59">
                <a:extLst>
                  <a:ext uri="{FF2B5EF4-FFF2-40B4-BE49-F238E27FC236}">
                    <a16:creationId xmlns:a16="http://schemas.microsoft.com/office/drawing/2014/main" id="{FC6FEC15-7C2A-4B3E-A823-9F1B2DFE5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2977405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0">
                <a:extLst>
                  <a:ext uri="{FF2B5EF4-FFF2-40B4-BE49-F238E27FC236}">
                    <a16:creationId xmlns:a16="http://schemas.microsoft.com/office/drawing/2014/main" id="{FB7C88BA-3326-434E-83D2-6F7D56481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3112714"/>
                <a:ext cx="22552" cy="45385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61">
                <a:extLst>
                  <a:ext uri="{FF2B5EF4-FFF2-40B4-BE49-F238E27FC236}">
                    <a16:creationId xmlns:a16="http://schemas.microsoft.com/office/drawing/2014/main" id="{49EEEF0F-6C21-45D1-8E3C-612CEACF2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3180651"/>
                <a:ext cx="22552" cy="45103"/>
              </a:xfrm>
              <a:custGeom>
                <a:avLst/>
                <a:gdLst>
                  <a:gd name="T0" fmla="*/ 34 w 68"/>
                  <a:gd name="T1" fmla="*/ 0 h 137"/>
                  <a:gd name="T2" fmla="*/ 0 w 68"/>
                  <a:gd name="T3" fmla="*/ 34 h 137"/>
                  <a:gd name="T4" fmla="*/ 0 w 68"/>
                  <a:gd name="T5" fmla="*/ 102 h 137"/>
                  <a:gd name="T6" fmla="*/ 34 w 68"/>
                  <a:gd name="T7" fmla="*/ 137 h 137"/>
                  <a:gd name="T8" fmla="*/ 68 w 68"/>
                  <a:gd name="T9" fmla="*/ 102 h 137"/>
                  <a:gd name="T10" fmla="*/ 68 w 68"/>
                  <a:gd name="T11" fmla="*/ 34 h 137"/>
                  <a:gd name="T12" fmla="*/ 34 w 68"/>
                  <a:gd name="T13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62">
                <a:extLst>
                  <a:ext uri="{FF2B5EF4-FFF2-40B4-BE49-F238E27FC236}">
                    <a16:creationId xmlns:a16="http://schemas.microsoft.com/office/drawing/2014/main" id="{CE845950-A591-4A3C-9BC8-71ACE9C08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2909468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63">
                <a:extLst>
                  <a:ext uri="{FF2B5EF4-FFF2-40B4-BE49-F238E27FC236}">
                    <a16:creationId xmlns:a16="http://schemas.microsoft.com/office/drawing/2014/main" id="{30FC3979-D24D-4094-8E76-4D7507246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3248306"/>
                <a:ext cx="22552" cy="45103"/>
              </a:xfrm>
              <a:custGeom>
                <a:avLst/>
                <a:gdLst>
                  <a:gd name="T0" fmla="*/ 68 w 68"/>
                  <a:gd name="T1" fmla="*/ 34 h 136"/>
                  <a:gd name="T2" fmla="*/ 34 w 68"/>
                  <a:gd name="T3" fmla="*/ 0 h 136"/>
                  <a:gd name="T4" fmla="*/ 0 w 68"/>
                  <a:gd name="T5" fmla="*/ 34 h 136"/>
                  <a:gd name="T6" fmla="*/ 0 w 68"/>
                  <a:gd name="T7" fmla="*/ 102 h 136"/>
                  <a:gd name="T8" fmla="*/ 34 w 68"/>
                  <a:gd name="T9" fmla="*/ 136 h 136"/>
                  <a:gd name="T10" fmla="*/ 68 w 68"/>
                  <a:gd name="T11" fmla="*/ 102 h 136"/>
                  <a:gd name="T12" fmla="*/ 68 w 68"/>
                  <a:gd name="T13" fmla="*/ 3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6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6"/>
                      <a:pt x="34" y="136"/>
                    </a:cubicBezTo>
                    <a:cubicBezTo>
                      <a:pt x="53" y="136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64">
                <a:extLst>
                  <a:ext uri="{FF2B5EF4-FFF2-40B4-BE49-F238E27FC236}">
                    <a16:creationId xmlns:a16="http://schemas.microsoft.com/office/drawing/2014/main" id="{78D79AC1-1EAC-48FC-80AF-506DB6B95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7184" y="2751325"/>
                <a:ext cx="203246" cy="293452"/>
              </a:xfrm>
              <a:custGeom>
                <a:avLst/>
                <a:gdLst>
                  <a:gd name="T0" fmla="*/ 34 w 614"/>
                  <a:gd name="T1" fmla="*/ 887 h 887"/>
                  <a:gd name="T2" fmla="*/ 68 w 614"/>
                  <a:gd name="T3" fmla="*/ 853 h 887"/>
                  <a:gd name="T4" fmla="*/ 68 w 614"/>
                  <a:gd name="T5" fmla="*/ 601 h 887"/>
                  <a:gd name="T6" fmla="*/ 186 w 614"/>
                  <a:gd name="T7" fmla="*/ 543 h 887"/>
                  <a:gd name="T8" fmla="*/ 204 w 614"/>
                  <a:gd name="T9" fmla="*/ 512 h 887"/>
                  <a:gd name="T10" fmla="*/ 204 w 614"/>
                  <a:gd name="T11" fmla="*/ 226 h 887"/>
                  <a:gd name="T12" fmla="*/ 375 w 614"/>
                  <a:gd name="T13" fmla="*/ 141 h 887"/>
                  <a:gd name="T14" fmla="*/ 546 w 614"/>
                  <a:gd name="T15" fmla="*/ 226 h 887"/>
                  <a:gd name="T16" fmla="*/ 546 w 614"/>
                  <a:gd name="T17" fmla="*/ 512 h 887"/>
                  <a:gd name="T18" fmla="*/ 580 w 614"/>
                  <a:gd name="T19" fmla="*/ 546 h 887"/>
                  <a:gd name="T20" fmla="*/ 614 w 614"/>
                  <a:gd name="T21" fmla="*/ 512 h 887"/>
                  <a:gd name="T22" fmla="*/ 614 w 614"/>
                  <a:gd name="T23" fmla="*/ 205 h 887"/>
                  <a:gd name="T24" fmla="*/ 595 w 614"/>
                  <a:gd name="T25" fmla="*/ 174 h 887"/>
                  <a:gd name="T26" fmla="*/ 409 w 614"/>
                  <a:gd name="T27" fmla="*/ 81 h 887"/>
                  <a:gd name="T28" fmla="*/ 409 w 614"/>
                  <a:gd name="T29" fmla="*/ 34 h 887"/>
                  <a:gd name="T30" fmla="*/ 375 w 614"/>
                  <a:gd name="T31" fmla="*/ 0 h 887"/>
                  <a:gd name="T32" fmla="*/ 341 w 614"/>
                  <a:gd name="T33" fmla="*/ 34 h 887"/>
                  <a:gd name="T34" fmla="*/ 341 w 614"/>
                  <a:gd name="T35" fmla="*/ 81 h 887"/>
                  <a:gd name="T36" fmla="*/ 155 w 614"/>
                  <a:gd name="T37" fmla="*/ 174 h 887"/>
                  <a:gd name="T38" fmla="*/ 136 w 614"/>
                  <a:gd name="T39" fmla="*/ 205 h 887"/>
                  <a:gd name="T40" fmla="*/ 136 w 614"/>
                  <a:gd name="T41" fmla="*/ 491 h 887"/>
                  <a:gd name="T42" fmla="*/ 18 w 614"/>
                  <a:gd name="T43" fmla="*/ 550 h 887"/>
                  <a:gd name="T44" fmla="*/ 0 w 614"/>
                  <a:gd name="T45" fmla="*/ 580 h 887"/>
                  <a:gd name="T46" fmla="*/ 0 w 614"/>
                  <a:gd name="T47" fmla="*/ 853 h 887"/>
                  <a:gd name="T48" fmla="*/ 34 w 614"/>
                  <a:gd name="T49" fmla="*/ 887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14" h="887">
                    <a:moveTo>
                      <a:pt x="34" y="887"/>
                    </a:moveTo>
                    <a:cubicBezTo>
                      <a:pt x="53" y="887"/>
                      <a:pt x="68" y="872"/>
                      <a:pt x="68" y="853"/>
                    </a:cubicBezTo>
                    <a:cubicBezTo>
                      <a:pt x="68" y="601"/>
                      <a:pt x="68" y="601"/>
                      <a:pt x="68" y="601"/>
                    </a:cubicBezTo>
                    <a:cubicBezTo>
                      <a:pt x="186" y="543"/>
                      <a:pt x="186" y="543"/>
                      <a:pt x="186" y="543"/>
                    </a:cubicBezTo>
                    <a:cubicBezTo>
                      <a:pt x="197" y="537"/>
                      <a:pt x="204" y="525"/>
                      <a:pt x="204" y="512"/>
                    </a:cubicBezTo>
                    <a:cubicBezTo>
                      <a:pt x="204" y="226"/>
                      <a:pt x="204" y="226"/>
                      <a:pt x="204" y="226"/>
                    </a:cubicBezTo>
                    <a:cubicBezTo>
                      <a:pt x="375" y="141"/>
                      <a:pt x="375" y="141"/>
                      <a:pt x="375" y="141"/>
                    </a:cubicBezTo>
                    <a:cubicBezTo>
                      <a:pt x="546" y="226"/>
                      <a:pt x="546" y="226"/>
                      <a:pt x="546" y="226"/>
                    </a:cubicBezTo>
                    <a:cubicBezTo>
                      <a:pt x="546" y="512"/>
                      <a:pt x="546" y="512"/>
                      <a:pt x="546" y="512"/>
                    </a:cubicBezTo>
                    <a:cubicBezTo>
                      <a:pt x="546" y="531"/>
                      <a:pt x="561" y="546"/>
                      <a:pt x="580" y="546"/>
                    </a:cubicBezTo>
                    <a:cubicBezTo>
                      <a:pt x="599" y="546"/>
                      <a:pt x="614" y="531"/>
                      <a:pt x="614" y="512"/>
                    </a:cubicBezTo>
                    <a:cubicBezTo>
                      <a:pt x="614" y="205"/>
                      <a:pt x="614" y="205"/>
                      <a:pt x="614" y="205"/>
                    </a:cubicBezTo>
                    <a:cubicBezTo>
                      <a:pt x="614" y="192"/>
                      <a:pt x="607" y="180"/>
                      <a:pt x="595" y="174"/>
                    </a:cubicBezTo>
                    <a:cubicBezTo>
                      <a:pt x="409" y="81"/>
                      <a:pt x="409" y="81"/>
                      <a:pt x="409" y="81"/>
                    </a:cubicBezTo>
                    <a:cubicBezTo>
                      <a:pt x="409" y="34"/>
                      <a:pt x="409" y="34"/>
                      <a:pt x="409" y="34"/>
                    </a:cubicBezTo>
                    <a:cubicBezTo>
                      <a:pt x="409" y="15"/>
                      <a:pt x="394" y="0"/>
                      <a:pt x="375" y="0"/>
                    </a:cubicBezTo>
                    <a:cubicBezTo>
                      <a:pt x="356" y="0"/>
                      <a:pt x="341" y="15"/>
                      <a:pt x="341" y="34"/>
                    </a:cubicBezTo>
                    <a:cubicBezTo>
                      <a:pt x="341" y="81"/>
                      <a:pt x="341" y="81"/>
                      <a:pt x="341" y="81"/>
                    </a:cubicBezTo>
                    <a:cubicBezTo>
                      <a:pt x="155" y="174"/>
                      <a:pt x="155" y="174"/>
                      <a:pt x="155" y="174"/>
                    </a:cubicBezTo>
                    <a:cubicBezTo>
                      <a:pt x="143" y="180"/>
                      <a:pt x="136" y="192"/>
                      <a:pt x="136" y="205"/>
                    </a:cubicBezTo>
                    <a:cubicBezTo>
                      <a:pt x="136" y="491"/>
                      <a:pt x="136" y="491"/>
                      <a:pt x="136" y="491"/>
                    </a:cubicBezTo>
                    <a:cubicBezTo>
                      <a:pt x="18" y="550"/>
                      <a:pt x="18" y="550"/>
                      <a:pt x="18" y="550"/>
                    </a:cubicBezTo>
                    <a:cubicBezTo>
                      <a:pt x="7" y="556"/>
                      <a:pt x="0" y="567"/>
                      <a:pt x="0" y="580"/>
                    </a:cubicBezTo>
                    <a:cubicBezTo>
                      <a:pt x="0" y="853"/>
                      <a:pt x="0" y="853"/>
                      <a:pt x="0" y="853"/>
                    </a:cubicBezTo>
                    <a:cubicBezTo>
                      <a:pt x="0" y="872"/>
                      <a:pt x="15" y="887"/>
                      <a:pt x="34" y="8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65">
                <a:extLst>
                  <a:ext uri="{FF2B5EF4-FFF2-40B4-BE49-F238E27FC236}">
                    <a16:creationId xmlns:a16="http://schemas.microsoft.com/office/drawing/2014/main" id="{45AC3FC7-8E00-4185-9DE4-7272DBAC0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3112714"/>
                <a:ext cx="22552" cy="45385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66">
                <a:extLst>
                  <a:ext uri="{FF2B5EF4-FFF2-40B4-BE49-F238E27FC236}">
                    <a16:creationId xmlns:a16="http://schemas.microsoft.com/office/drawing/2014/main" id="{1F5FAEB8-39C5-4C82-B250-9F49A646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3316242"/>
                <a:ext cx="22552" cy="67373"/>
              </a:xfrm>
              <a:custGeom>
                <a:avLst/>
                <a:gdLst>
                  <a:gd name="T0" fmla="*/ 34 w 68"/>
                  <a:gd name="T1" fmla="*/ 0 h 204"/>
                  <a:gd name="T2" fmla="*/ 0 w 68"/>
                  <a:gd name="T3" fmla="*/ 34 h 204"/>
                  <a:gd name="T4" fmla="*/ 0 w 68"/>
                  <a:gd name="T5" fmla="*/ 170 h 204"/>
                  <a:gd name="T6" fmla="*/ 34 w 68"/>
                  <a:gd name="T7" fmla="*/ 204 h 204"/>
                  <a:gd name="T8" fmla="*/ 68 w 68"/>
                  <a:gd name="T9" fmla="*/ 170 h 204"/>
                  <a:gd name="T10" fmla="*/ 68 w 68"/>
                  <a:gd name="T11" fmla="*/ 34 h 204"/>
                  <a:gd name="T12" fmla="*/ 34 w 68"/>
                  <a:gd name="T1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204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0" y="189"/>
                      <a:pt x="15" y="204"/>
                      <a:pt x="34" y="204"/>
                    </a:cubicBezTo>
                    <a:cubicBezTo>
                      <a:pt x="53" y="204"/>
                      <a:pt x="68" y="189"/>
                      <a:pt x="68" y="170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67">
                <a:extLst>
                  <a:ext uri="{FF2B5EF4-FFF2-40B4-BE49-F238E27FC236}">
                    <a16:creationId xmlns:a16="http://schemas.microsoft.com/office/drawing/2014/main" id="{FD85EFEB-F623-4987-BA3E-FAEED9592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2494" y="2841813"/>
                <a:ext cx="22552" cy="45103"/>
              </a:xfrm>
              <a:custGeom>
                <a:avLst/>
                <a:gdLst>
                  <a:gd name="T0" fmla="*/ 68 w 68"/>
                  <a:gd name="T1" fmla="*/ 34 h 137"/>
                  <a:gd name="T2" fmla="*/ 34 w 68"/>
                  <a:gd name="T3" fmla="*/ 0 h 137"/>
                  <a:gd name="T4" fmla="*/ 0 w 68"/>
                  <a:gd name="T5" fmla="*/ 34 h 137"/>
                  <a:gd name="T6" fmla="*/ 0 w 68"/>
                  <a:gd name="T7" fmla="*/ 102 h 137"/>
                  <a:gd name="T8" fmla="*/ 34 w 68"/>
                  <a:gd name="T9" fmla="*/ 137 h 137"/>
                  <a:gd name="T10" fmla="*/ 68 w 68"/>
                  <a:gd name="T11" fmla="*/ 102 h 137"/>
                  <a:gd name="T12" fmla="*/ 68 w 68"/>
                  <a:gd name="T13" fmla="*/ 3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4"/>
                    </a:moveTo>
                    <a:cubicBezTo>
                      <a:pt x="68" y="15"/>
                      <a:pt x="53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1"/>
                      <a:pt x="15" y="137"/>
                      <a:pt x="34" y="137"/>
                    </a:cubicBezTo>
                    <a:cubicBezTo>
                      <a:pt x="53" y="137"/>
                      <a:pt x="68" y="121"/>
                      <a:pt x="68" y="102"/>
                    </a:cubicBezTo>
                    <a:lnTo>
                      <a:pt x="6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5C94CEC9-110C-43C6-8A1E-B109B02F2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7672" y="3044778"/>
                <a:ext cx="22552" cy="45385"/>
              </a:xfrm>
              <a:custGeom>
                <a:avLst/>
                <a:gdLst>
                  <a:gd name="T0" fmla="*/ 68 w 68"/>
                  <a:gd name="T1" fmla="*/ 35 h 137"/>
                  <a:gd name="T2" fmla="*/ 34 w 68"/>
                  <a:gd name="T3" fmla="*/ 0 h 137"/>
                  <a:gd name="T4" fmla="*/ 0 w 68"/>
                  <a:gd name="T5" fmla="*/ 35 h 137"/>
                  <a:gd name="T6" fmla="*/ 0 w 68"/>
                  <a:gd name="T7" fmla="*/ 103 h 137"/>
                  <a:gd name="T8" fmla="*/ 34 w 68"/>
                  <a:gd name="T9" fmla="*/ 137 h 137"/>
                  <a:gd name="T10" fmla="*/ 68 w 68"/>
                  <a:gd name="T11" fmla="*/ 103 h 137"/>
                  <a:gd name="T12" fmla="*/ 68 w 68"/>
                  <a:gd name="T13" fmla="*/ 3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37">
                    <a:moveTo>
                      <a:pt x="68" y="35"/>
                    </a:moveTo>
                    <a:cubicBezTo>
                      <a:pt x="68" y="16"/>
                      <a:pt x="53" y="0"/>
                      <a:pt x="34" y="0"/>
                    </a:cubicBezTo>
                    <a:cubicBezTo>
                      <a:pt x="15" y="0"/>
                      <a:pt x="0" y="16"/>
                      <a:pt x="0" y="3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22"/>
                      <a:pt x="15" y="137"/>
                      <a:pt x="34" y="137"/>
                    </a:cubicBezTo>
                    <a:cubicBezTo>
                      <a:pt x="53" y="137"/>
                      <a:pt x="68" y="122"/>
                      <a:pt x="68" y="103"/>
                    </a:cubicBezTo>
                    <a:lnTo>
                      <a:pt x="68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915C5D7-40E3-4A62-BCAE-9596794410BA}"/>
                </a:ext>
              </a:extLst>
            </p:cNvPr>
            <p:cNvSpPr/>
            <p:nvPr/>
          </p:nvSpPr>
          <p:spPr>
            <a:xfrm>
              <a:off x="2671710" y="1813657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A68C557-C292-4D8F-81EF-5ACBFD457E9A}"/>
                </a:ext>
              </a:extLst>
            </p:cNvPr>
            <p:cNvSpPr/>
            <p:nvPr/>
          </p:nvSpPr>
          <p:spPr>
            <a:xfrm>
              <a:off x="2671710" y="5079817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9E99D24-B62A-4A16-9155-332D33938DDC}"/>
                </a:ext>
              </a:extLst>
            </p:cNvPr>
            <p:cNvSpPr/>
            <p:nvPr/>
          </p:nvSpPr>
          <p:spPr>
            <a:xfrm>
              <a:off x="1902532" y="2822563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68946C5-AFA6-46D1-91BE-212E57EA527D}"/>
                </a:ext>
              </a:extLst>
            </p:cNvPr>
            <p:cNvSpPr/>
            <p:nvPr/>
          </p:nvSpPr>
          <p:spPr>
            <a:xfrm>
              <a:off x="1902532" y="4070913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3BDDDE2D-241C-4E1C-B745-C71AE4E50557}"/>
                </a:ext>
              </a:extLst>
            </p:cNvPr>
            <p:cNvSpPr/>
            <p:nvPr/>
          </p:nvSpPr>
          <p:spPr>
            <a:xfrm>
              <a:off x="8584319" y="1813657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D8AA4F8-7B95-42F2-83A5-6E76BC5CB131}"/>
                </a:ext>
              </a:extLst>
            </p:cNvPr>
            <p:cNvSpPr/>
            <p:nvPr/>
          </p:nvSpPr>
          <p:spPr>
            <a:xfrm>
              <a:off x="8584319" y="5079817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6CC95AC4-6216-4EE9-8311-7AA1012019D9}"/>
                </a:ext>
              </a:extLst>
            </p:cNvPr>
            <p:cNvSpPr/>
            <p:nvPr/>
          </p:nvSpPr>
          <p:spPr>
            <a:xfrm>
              <a:off x="9353497" y="2822563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A1409D19-8332-4355-8447-C9E9730FDE53}"/>
                </a:ext>
              </a:extLst>
            </p:cNvPr>
            <p:cNvSpPr/>
            <p:nvPr/>
          </p:nvSpPr>
          <p:spPr>
            <a:xfrm>
              <a:off x="9353497" y="4070913"/>
              <a:ext cx="935972" cy="935972"/>
            </a:xfrm>
            <a:prstGeom prst="ellips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279400" dist="342900" dir="5400000" sx="88000" sy="88000" algn="t" rotWithShape="0">
                <a:schemeClr val="accent1">
                  <a:lumMod val="40000"/>
                  <a:lumOff val="60000"/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636168BE-C1EF-4539-90F3-9FBF393D0C1A}"/>
                </a:ext>
              </a:extLst>
            </p:cNvPr>
            <p:cNvGrpSpPr/>
            <p:nvPr/>
          </p:nvGrpSpPr>
          <p:grpSpPr>
            <a:xfrm>
              <a:off x="584456" y="1993824"/>
              <a:ext cx="11023089" cy="3841799"/>
              <a:chOff x="610014" y="1993824"/>
              <a:chExt cx="11023089" cy="3841799"/>
            </a:xfrm>
          </p:grpSpPr>
          <p:grpSp>
            <p:nvGrpSpPr>
              <p:cNvPr id="118" name="组合 117">
                <a:extLst>
                  <a:ext uri="{FF2B5EF4-FFF2-40B4-BE49-F238E27FC236}">
                    <a16:creationId xmlns:a16="http://schemas.microsoft.com/office/drawing/2014/main" id="{6DC6B335-7793-42E1-B08E-B6A6511936B1}"/>
                  </a:ext>
                </a:extLst>
              </p:cNvPr>
              <p:cNvGrpSpPr/>
              <p:nvPr/>
            </p:nvGrpSpPr>
            <p:grpSpPr>
              <a:xfrm>
                <a:off x="9681089" y="1993824"/>
                <a:ext cx="1952014" cy="3841799"/>
                <a:chOff x="9681089" y="1993824"/>
                <a:chExt cx="1952014" cy="3841799"/>
              </a:xfrm>
            </p:grpSpPr>
            <p:grpSp>
              <p:nvGrpSpPr>
                <p:cNvPr id="108" name="组合 107">
                  <a:extLst>
                    <a:ext uri="{FF2B5EF4-FFF2-40B4-BE49-F238E27FC236}">
                      <a16:creationId xmlns:a16="http://schemas.microsoft.com/office/drawing/2014/main" id="{720CF652-717E-467B-B9B0-5B3BC5A80C54}"/>
                    </a:ext>
                  </a:extLst>
                </p:cNvPr>
                <p:cNvGrpSpPr/>
                <p:nvPr/>
              </p:nvGrpSpPr>
              <p:grpSpPr>
                <a:xfrm>
                  <a:off x="9681089" y="1993824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03" name="矩形 102">
                    <a:extLst>
                      <a:ext uri="{FF2B5EF4-FFF2-40B4-BE49-F238E27FC236}">
                        <a16:creationId xmlns:a16="http://schemas.microsoft.com/office/drawing/2014/main" id="{CE4B244E-726C-4E66-9F0B-F8D179ABF6AA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矩形 104">
                    <a:extLst>
                      <a:ext uri="{FF2B5EF4-FFF2-40B4-BE49-F238E27FC236}">
                        <a16:creationId xmlns:a16="http://schemas.microsoft.com/office/drawing/2014/main" id="{24F405E6-3CD0-47AE-8123-87981D367B71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9" name="组合 108">
                  <a:extLst>
                    <a:ext uri="{FF2B5EF4-FFF2-40B4-BE49-F238E27FC236}">
                      <a16:creationId xmlns:a16="http://schemas.microsoft.com/office/drawing/2014/main" id="{BCBDB081-BA2F-44F2-95B9-988DF936C8F9}"/>
                    </a:ext>
                  </a:extLst>
                </p:cNvPr>
                <p:cNvGrpSpPr/>
                <p:nvPr/>
              </p:nvGrpSpPr>
              <p:grpSpPr>
                <a:xfrm>
                  <a:off x="9681089" y="5259984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10" name="矩形 109">
                    <a:extLst>
                      <a:ext uri="{FF2B5EF4-FFF2-40B4-BE49-F238E27FC236}">
                        <a16:creationId xmlns:a16="http://schemas.microsoft.com/office/drawing/2014/main" id="{140EA98D-D74F-4DC3-B886-B1FE9B6E3094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矩形 110">
                    <a:extLst>
                      <a:ext uri="{FF2B5EF4-FFF2-40B4-BE49-F238E27FC236}">
                        <a16:creationId xmlns:a16="http://schemas.microsoft.com/office/drawing/2014/main" id="{D8C3C64E-74F8-4398-8405-06DCC7193D28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C5517873-25F1-47F5-B79A-1C28E8F768DC}"/>
                    </a:ext>
                  </a:extLst>
                </p:cNvPr>
                <p:cNvGrpSpPr/>
                <p:nvPr/>
              </p:nvGrpSpPr>
              <p:grpSpPr>
                <a:xfrm>
                  <a:off x="10450267" y="4251080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13" name="矩形 112">
                    <a:extLst>
                      <a:ext uri="{FF2B5EF4-FFF2-40B4-BE49-F238E27FC236}">
                        <a16:creationId xmlns:a16="http://schemas.microsoft.com/office/drawing/2014/main" id="{A98080B5-EEF2-4844-A4C2-77CB3855A9AC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4" name="矩形 113">
                    <a:extLst>
                      <a:ext uri="{FF2B5EF4-FFF2-40B4-BE49-F238E27FC236}">
                        <a16:creationId xmlns:a16="http://schemas.microsoft.com/office/drawing/2014/main" id="{069EA7CC-CABF-44C3-81B8-48F0515C6454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47418086-DF05-43F0-A854-D4C1149B205E}"/>
                    </a:ext>
                  </a:extLst>
                </p:cNvPr>
                <p:cNvGrpSpPr/>
                <p:nvPr/>
              </p:nvGrpSpPr>
              <p:grpSpPr>
                <a:xfrm>
                  <a:off x="10450267" y="3002730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16" name="矩形 115">
                    <a:extLst>
                      <a:ext uri="{FF2B5EF4-FFF2-40B4-BE49-F238E27FC236}">
                        <a16:creationId xmlns:a16="http://schemas.microsoft.com/office/drawing/2014/main" id="{CDC03162-5439-4894-8011-12704D5A951E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" name="矩形 116">
                    <a:extLst>
                      <a:ext uri="{FF2B5EF4-FFF2-40B4-BE49-F238E27FC236}">
                        <a16:creationId xmlns:a16="http://schemas.microsoft.com/office/drawing/2014/main" id="{260839CC-C9CB-44EF-8E23-29E4DE25D3D3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138FCB22-FCE6-4F01-9F3E-D4D21A8C2F32}"/>
                  </a:ext>
                </a:extLst>
              </p:cNvPr>
              <p:cNvGrpSpPr/>
              <p:nvPr/>
            </p:nvGrpSpPr>
            <p:grpSpPr>
              <a:xfrm flipH="1">
                <a:off x="610014" y="1993824"/>
                <a:ext cx="1952014" cy="3841799"/>
                <a:chOff x="9681089" y="1993824"/>
                <a:chExt cx="1952014" cy="3841799"/>
              </a:xfrm>
            </p:grpSpPr>
            <p:grpSp>
              <p:nvGrpSpPr>
                <p:cNvPr id="120" name="组合 119">
                  <a:extLst>
                    <a:ext uri="{FF2B5EF4-FFF2-40B4-BE49-F238E27FC236}">
                      <a16:creationId xmlns:a16="http://schemas.microsoft.com/office/drawing/2014/main" id="{5748A3A5-77F3-4262-B05E-BC14BB48FC99}"/>
                    </a:ext>
                  </a:extLst>
                </p:cNvPr>
                <p:cNvGrpSpPr/>
                <p:nvPr/>
              </p:nvGrpSpPr>
              <p:grpSpPr>
                <a:xfrm>
                  <a:off x="9681089" y="1993824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30" name="矩形 129">
                    <a:extLst>
                      <a:ext uri="{FF2B5EF4-FFF2-40B4-BE49-F238E27FC236}">
                        <a16:creationId xmlns:a16="http://schemas.microsoft.com/office/drawing/2014/main" id="{CBC167A5-2686-401F-831D-2C00FDAD93CA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1" name="矩形 130">
                    <a:extLst>
                      <a:ext uri="{FF2B5EF4-FFF2-40B4-BE49-F238E27FC236}">
                        <a16:creationId xmlns:a16="http://schemas.microsoft.com/office/drawing/2014/main" id="{CD549154-C461-4278-84F2-CAF02668A561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1" name="组合 120">
                  <a:extLst>
                    <a:ext uri="{FF2B5EF4-FFF2-40B4-BE49-F238E27FC236}">
                      <a16:creationId xmlns:a16="http://schemas.microsoft.com/office/drawing/2014/main" id="{E7C0953E-937D-4DE1-BD2A-9D242ABEFD81}"/>
                    </a:ext>
                  </a:extLst>
                </p:cNvPr>
                <p:cNvGrpSpPr/>
                <p:nvPr/>
              </p:nvGrpSpPr>
              <p:grpSpPr>
                <a:xfrm>
                  <a:off x="9681089" y="5259984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28" name="矩形 127">
                    <a:extLst>
                      <a:ext uri="{FF2B5EF4-FFF2-40B4-BE49-F238E27FC236}">
                        <a16:creationId xmlns:a16="http://schemas.microsoft.com/office/drawing/2014/main" id="{6F92A80C-BDFC-47A5-8E67-67A4C4913C80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9" name="矩形 128">
                    <a:extLst>
                      <a:ext uri="{FF2B5EF4-FFF2-40B4-BE49-F238E27FC236}">
                        <a16:creationId xmlns:a16="http://schemas.microsoft.com/office/drawing/2014/main" id="{1E1181FD-4CB6-43F6-8D0A-563B98161AB8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2" name="组合 121">
                  <a:extLst>
                    <a:ext uri="{FF2B5EF4-FFF2-40B4-BE49-F238E27FC236}">
                      <a16:creationId xmlns:a16="http://schemas.microsoft.com/office/drawing/2014/main" id="{7125428B-50A8-4F3D-8560-634CD4183FB0}"/>
                    </a:ext>
                  </a:extLst>
                </p:cNvPr>
                <p:cNvGrpSpPr/>
                <p:nvPr/>
              </p:nvGrpSpPr>
              <p:grpSpPr>
                <a:xfrm>
                  <a:off x="10450267" y="4251080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ED818D5D-259E-4EEF-8EA5-A5056F20AE9B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" name="矩形 126">
                    <a:extLst>
                      <a:ext uri="{FF2B5EF4-FFF2-40B4-BE49-F238E27FC236}">
                        <a16:creationId xmlns:a16="http://schemas.microsoft.com/office/drawing/2014/main" id="{8DB5F7AF-8431-4643-A413-27C25715574A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C3203A5A-39DD-492F-BC6A-26AD7067093B}"/>
                    </a:ext>
                  </a:extLst>
                </p:cNvPr>
                <p:cNvGrpSpPr/>
                <p:nvPr/>
              </p:nvGrpSpPr>
              <p:grpSpPr>
                <a:xfrm>
                  <a:off x="10450267" y="3002730"/>
                  <a:ext cx="1182836" cy="575639"/>
                  <a:chOff x="9801917" y="1964792"/>
                  <a:chExt cx="1182836" cy="575639"/>
                </a:xfrm>
              </p:grpSpPr>
              <p:sp>
                <p:nvSpPr>
                  <p:cNvPr id="124" name="矩形 123">
                    <a:extLst>
                      <a:ext uri="{FF2B5EF4-FFF2-40B4-BE49-F238E27FC236}">
                        <a16:creationId xmlns:a16="http://schemas.microsoft.com/office/drawing/2014/main" id="{BB63CD6D-3735-41E3-9037-60FF25E0A871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1964792"/>
                    <a:ext cx="1036828" cy="265991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" name="矩形 124">
                    <a:extLst>
                      <a:ext uri="{FF2B5EF4-FFF2-40B4-BE49-F238E27FC236}">
                        <a16:creationId xmlns:a16="http://schemas.microsoft.com/office/drawing/2014/main" id="{7C217007-BAD4-4FA9-9E51-D97500F66DA0}"/>
                      </a:ext>
                    </a:extLst>
                  </p:cNvPr>
                  <p:cNvSpPr/>
                  <p:nvPr/>
                </p:nvSpPr>
                <p:spPr>
                  <a:xfrm flipH="1">
                    <a:off x="9801917" y="2339014"/>
                    <a:ext cx="1182836" cy="20141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sp>
        <p:nvSpPr>
          <p:cNvPr id="134" name="矩形 133">
            <a:extLst>
              <a:ext uri="{FF2B5EF4-FFF2-40B4-BE49-F238E27FC236}">
                <a16:creationId xmlns:a16="http://schemas.microsoft.com/office/drawing/2014/main" id="{2C09B6A0-B7D0-498D-85AE-793C917F8311}"/>
              </a:ext>
            </a:extLst>
          </p:cNvPr>
          <p:cNvSpPr/>
          <p:nvPr/>
        </p:nvSpPr>
        <p:spPr>
          <a:xfrm>
            <a:off x="874713" y="620713"/>
            <a:ext cx="2660120" cy="412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536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4BED0E7-0F08-4174-9A20-4DBBFE64E069}"/>
              </a:ext>
            </a:extLst>
          </p:cNvPr>
          <p:cNvSpPr/>
          <p:nvPr/>
        </p:nvSpPr>
        <p:spPr>
          <a:xfrm>
            <a:off x="2612487" y="0"/>
            <a:ext cx="6967026" cy="6967026"/>
          </a:xfrm>
          <a:prstGeom prst="ellipse">
            <a:avLst/>
          </a:prstGeom>
          <a:gradFill>
            <a:gsLst>
              <a:gs pos="100000">
                <a:schemeClr val="accent1">
                  <a:alpha val="10000"/>
                </a:schemeClr>
              </a:gs>
              <a:gs pos="0">
                <a:schemeClr val="accent1">
                  <a:alpha val="10000"/>
                </a:schemeClr>
              </a:gs>
              <a:gs pos="50000">
                <a:schemeClr val="accent1">
                  <a:alpha val="0"/>
                </a:schemeClr>
              </a:gs>
            </a:gsLst>
            <a:lin ang="0" scaled="1"/>
          </a:gradFill>
          <a:ln w="6350">
            <a:gradFill flip="none" rotWithShape="1">
              <a:gsLst>
                <a:gs pos="75000">
                  <a:schemeClr val="accent1">
                    <a:alpha val="0"/>
                  </a:schemeClr>
                </a:gs>
                <a:gs pos="20000">
                  <a:schemeClr val="accent1">
                    <a:alpha val="0"/>
                  </a:scheme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8F7CCAA-528D-449D-9C06-1A7AFE259CF1}"/>
              </a:ext>
            </a:extLst>
          </p:cNvPr>
          <p:cNvSpPr/>
          <p:nvPr/>
        </p:nvSpPr>
        <p:spPr>
          <a:xfrm>
            <a:off x="4336108" y="1713636"/>
            <a:ext cx="3519784" cy="3519780"/>
          </a:xfrm>
          <a:prstGeom prst="arc">
            <a:avLst>
              <a:gd name="adj1" fmla="val 10214044"/>
              <a:gd name="adj2" fmla="val 310579"/>
            </a:avLst>
          </a:prstGeom>
          <a:ln w="3175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4A9D2474-CCCB-4D1B-ACBE-CADC9217DDDD}"/>
              </a:ext>
            </a:extLst>
          </p:cNvPr>
          <p:cNvSpPr/>
          <p:nvPr/>
        </p:nvSpPr>
        <p:spPr>
          <a:xfrm rot="10800000">
            <a:off x="4336108" y="1713636"/>
            <a:ext cx="3519784" cy="3519780"/>
          </a:xfrm>
          <a:prstGeom prst="arc">
            <a:avLst>
              <a:gd name="adj1" fmla="val 10214044"/>
              <a:gd name="adj2" fmla="val 310579"/>
            </a:avLst>
          </a:prstGeom>
          <a:ln w="3175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3E0DD64-2BC0-4F72-A261-8D646FAD9A08}"/>
              </a:ext>
            </a:extLst>
          </p:cNvPr>
          <p:cNvSpPr/>
          <p:nvPr/>
        </p:nvSpPr>
        <p:spPr>
          <a:xfrm>
            <a:off x="4336109" y="1713636"/>
            <a:ext cx="3519780" cy="35197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FEA71E-F10D-4F8B-A54F-2D8AE21F917E}"/>
              </a:ext>
            </a:extLst>
          </p:cNvPr>
          <p:cNvSpPr/>
          <p:nvPr/>
        </p:nvSpPr>
        <p:spPr>
          <a:xfrm>
            <a:off x="2691409" y="1462133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B3A5649-D55E-4415-BFC6-7DE8769D9A1C}"/>
              </a:ext>
            </a:extLst>
          </p:cNvPr>
          <p:cNvSpPr/>
          <p:nvPr/>
        </p:nvSpPr>
        <p:spPr>
          <a:xfrm>
            <a:off x="2352853" y="2601019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E9FB62D-3B96-4269-ABD0-3042FEF6F9A8}"/>
              </a:ext>
            </a:extLst>
          </p:cNvPr>
          <p:cNvSpPr/>
          <p:nvPr/>
        </p:nvSpPr>
        <p:spPr>
          <a:xfrm>
            <a:off x="2352853" y="3739905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C95909C-7B7B-4DB4-82A3-4084D32FCBA3}"/>
              </a:ext>
            </a:extLst>
          </p:cNvPr>
          <p:cNvSpPr/>
          <p:nvPr/>
        </p:nvSpPr>
        <p:spPr>
          <a:xfrm>
            <a:off x="2691409" y="4878791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DE2D836-12BC-4EC0-B272-CD896BD298E3}"/>
              </a:ext>
            </a:extLst>
          </p:cNvPr>
          <p:cNvSpPr/>
          <p:nvPr/>
        </p:nvSpPr>
        <p:spPr>
          <a:xfrm flipH="1">
            <a:off x="8874488" y="1462133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527BE97-6167-4073-B2CE-418E826B1C86}"/>
              </a:ext>
            </a:extLst>
          </p:cNvPr>
          <p:cNvSpPr/>
          <p:nvPr/>
        </p:nvSpPr>
        <p:spPr>
          <a:xfrm flipH="1">
            <a:off x="9213044" y="2601019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B748AFC-CD2D-447D-A430-4B0AD33A64DE}"/>
              </a:ext>
            </a:extLst>
          </p:cNvPr>
          <p:cNvSpPr/>
          <p:nvPr/>
        </p:nvSpPr>
        <p:spPr>
          <a:xfrm flipH="1">
            <a:off x="9213044" y="3739905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7EC1E81-6657-4EC0-9AB0-76552E9DC714}"/>
              </a:ext>
            </a:extLst>
          </p:cNvPr>
          <p:cNvSpPr/>
          <p:nvPr/>
        </p:nvSpPr>
        <p:spPr>
          <a:xfrm flipH="1">
            <a:off x="8874488" y="4878791"/>
            <a:ext cx="626104" cy="62610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DIN"/>
              <a:ea typeface="方正兰亭细黑_GBK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CAC01C-45AE-41B9-8B82-AF5E49103DF9}"/>
              </a:ext>
            </a:extLst>
          </p:cNvPr>
          <p:cNvSpPr/>
          <p:nvPr/>
        </p:nvSpPr>
        <p:spPr>
          <a:xfrm>
            <a:off x="1206454" y="1545804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0B2DA8-C7C1-48A1-BBE0-F2F56A5FE072}"/>
              </a:ext>
            </a:extLst>
          </p:cNvPr>
          <p:cNvSpPr/>
          <p:nvPr/>
        </p:nvSpPr>
        <p:spPr>
          <a:xfrm>
            <a:off x="863601" y="2684690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71B694-2315-45FA-AF44-F968347BE566}"/>
              </a:ext>
            </a:extLst>
          </p:cNvPr>
          <p:cNvSpPr/>
          <p:nvPr/>
        </p:nvSpPr>
        <p:spPr>
          <a:xfrm>
            <a:off x="863601" y="3823576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61907F-E151-4083-9F53-CED8733E24E3}"/>
              </a:ext>
            </a:extLst>
          </p:cNvPr>
          <p:cNvSpPr/>
          <p:nvPr/>
        </p:nvSpPr>
        <p:spPr>
          <a:xfrm>
            <a:off x="1206454" y="4962462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8969E8-56FC-400B-975B-BA1EF676D8E1}"/>
              </a:ext>
            </a:extLst>
          </p:cNvPr>
          <p:cNvSpPr/>
          <p:nvPr/>
        </p:nvSpPr>
        <p:spPr>
          <a:xfrm flipH="1">
            <a:off x="9683909" y="1545804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F61AEB9-5700-4350-B2BB-35AE57769EB8}"/>
              </a:ext>
            </a:extLst>
          </p:cNvPr>
          <p:cNvSpPr/>
          <p:nvPr/>
        </p:nvSpPr>
        <p:spPr>
          <a:xfrm flipH="1">
            <a:off x="10026762" y="2684690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DC5D98-C7BE-4549-AB15-5A5D20291DCD}"/>
              </a:ext>
            </a:extLst>
          </p:cNvPr>
          <p:cNvSpPr/>
          <p:nvPr/>
        </p:nvSpPr>
        <p:spPr>
          <a:xfrm flipH="1">
            <a:off x="10026762" y="3823576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59C0A6-24D4-4F57-B248-AD0C34517142}"/>
              </a:ext>
            </a:extLst>
          </p:cNvPr>
          <p:cNvSpPr/>
          <p:nvPr/>
        </p:nvSpPr>
        <p:spPr>
          <a:xfrm flipH="1">
            <a:off x="9683909" y="4962462"/>
            <a:ext cx="1301637" cy="458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7F8C898-23A4-4080-8810-982FEFDAAD92}"/>
              </a:ext>
            </a:extLst>
          </p:cNvPr>
          <p:cNvGrpSpPr/>
          <p:nvPr/>
        </p:nvGrpSpPr>
        <p:grpSpPr>
          <a:xfrm>
            <a:off x="4734559" y="2791827"/>
            <a:ext cx="2722880" cy="1363398"/>
            <a:chOff x="4734560" y="2748280"/>
            <a:chExt cx="2722880" cy="1363398"/>
          </a:xfrm>
          <a:solidFill>
            <a:schemeClr val="bg1">
              <a:lumMod val="95000"/>
            </a:schemeClr>
          </a:solidFill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2B8DE9F-1793-43EA-B60C-4D158B865211}"/>
                </a:ext>
              </a:extLst>
            </p:cNvPr>
            <p:cNvSpPr/>
            <p:nvPr/>
          </p:nvSpPr>
          <p:spPr>
            <a:xfrm>
              <a:off x="5212080" y="2748280"/>
              <a:ext cx="1767840" cy="4788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9E7D1E7-5485-49FE-AEA1-544EEB581FB4}"/>
                </a:ext>
              </a:extLst>
            </p:cNvPr>
            <p:cNvSpPr/>
            <p:nvPr/>
          </p:nvSpPr>
          <p:spPr>
            <a:xfrm>
              <a:off x="4734560" y="3508943"/>
              <a:ext cx="2722880" cy="2705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5A8CE3D-4B5F-49C3-95C6-615CF8253757}"/>
                </a:ext>
              </a:extLst>
            </p:cNvPr>
            <p:cNvSpPr/>
            <p:nvPr/>
          </p:nvSpPr>
          <p:spPr>
            <a:xfrm>
              <a:off x="5176520" y="3841165"/>
              <a:ext cx="1838960" cy="2705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7053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椭圆 37">
            <a:extLst>
              <a:ext uri="{FF2B5EF4-FFF2-40B4-BE49-F238E27FC236}">
                <a16:creationId xmlns:a16="http://schemas.microsoft.com/office/drawing/2014/main" id="{60A79284-DD45-4108-A5F1-92FCAF4EA848}"/>
              </a:ext>
            </a:extLst>
          </p:cNvPr>
          <p:cNvSpPr/>
          <p:nvPr/>
        </p:nvSpPr>
        <p:spPr>
          <a:xfrm>
            <a:off x="2612107" y="-78509"/>
            <a:ext cx="6972160" cy="6972160"/>
          </a:xfrm>
          <a:prstGeom prst="ellipse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E087B4A-0D37-41DE-A6BB-22E280584FC3}"/>
              </a:ext>
            </a:extLst>
          </p:cNvPr>
          <p:cNvCxnSpPr>
            <a:cxnSpLocks/>
          </p:cNvCxnSpPr>
          <p:nvPr/>
        </p:nvCxnSpPr>
        <p:spPr>
          <a:xfrm>
            <a:off x="2994208" y="2163818"/>
            <a:ext cx="3103979" cy="1312252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E42CA01-8FA9-49DE-A7B0-145C21C1FF17}"/>
              </a:ext>
            </a:extLst>
          </p:cNvPr>
          <p:cNvCxnSpPr>
            <a:cxnSpLocks/>
          </p:cNvCxnSpPr>
          <p:nvPr/>
        </p:nvCxnSpPr>
        <p:spPr>
          <a:xfrm>
            <a:off x="1529664" y="3028252"/>
            <a:ext cx="4568524" cy="447818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3CC194F-D246-445C-98AA-31EF1A7384AA}"/>
              </a:ext>
            </a:extLst>
          </p:cNvPr>
          <p:cNvCxnSpPr>
            <a:cxnSpLocks/>
          </p:cNvCxnSpPr>
          <p:nvPr/>
        </p:nvCxnSpPr>
        <p:spPr>
          <a:xfrm flipV="1">
            <a:off x="2913199" y="3476072"/>
            <a:ext cx="3184989" cy="422051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C30F2D-1162-4682-9EA5-2AB79FE49BEC}"/>
              </a:ext>
            </a:extLst>
          </p:cNvPr>
          <p:cNvCxnSpPr>
            <a:cxnSpLocks/>
          </p:cNvCxnSpPr>
          <p:nvPr/>
        </p:nvCxnSpPr>
        <p:spPr>
          <a:xfrm flipV="1">
            <a:off x="4831230" y="3476072"/>
            <a:ext cx="1266958" cy="1127415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A85D01F-F63C-47EA-80C7-892AB5D1119D}"/>
              </a:ext>
            </a:extLst>
          </p:cNvPr>
          <p:cNvCxnSpPr>
            <a:cxnSpLocks/>
          </p:cNvCxnSpPr>
          <p:nvPr/>
        </p:nvCxnSpPr>
        <p:spPr>
          <a:xfrm flipH="1" flipV="1">
            <a:off x="6098189" y="3476072"/>
            <a:ext cx="4299072" cy="1534954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C061A2-931C-46CE-8E12-7046D18C9C54}"/>
              </a:ext>
            </a:extLst>
          </p:cNvPr>
          <p:cNvCxnSpPr>
            <a:cxnSpLocks/>
          </p:cNvCxnSpPr>
          <p:nvPr/>
        </p:nvCxnSpPr>
        <p:spPr>
          <a:xfrm flipH="1" flipV="1">
            <a:off x="6098189" y="3476071"/>
            <a:ext cx="2557007" cy="231550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02F422B-1F83-4604-B18F-0F7555F62206}"/>
              </a:ext>
            </a:extLst>
          </p:cNvPr>
          <p:cNvCxnSpPr>
            <a:cxnSpLocks/>
          </p:cNvCxnSpPr>
          <p:nvPr/>
        </p:nvCxnSpPr>
        <p:spPr>
          <a:xfrm flipH="1">
            <a:off x="6098189" y="2501350"/>
            <a:ext cx="4444244" cy="974720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02FE32-265E-42FA-BB25-A6C64743CD7C}"/>
              </a:ext>
            </a:extLst>
          </p:cNvPr>
          <p:cNvCxnSpPr>
            <a:cxnSpLocks/>
          </p:cNvCxnSpPr>
          <p:nvPr/>
        </p:nvCxnSpPr>
        <p:spPr>
          <a:xfrm flipH="1">
            <a:off x="6098190" y="2378277"/>
            <a:ext cx="1472708" cy="1097793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6B5274AC-3A84-40E3-9C73-2341FF000CD1}"/>
              </a:ext>
            </a:extLst>
          </p:cNvPr>
          <p:cNvSpPr/>
          <p:nvPr/>
        </p:nvSpPr>
        <p:spPr>
          <a:xfrm>
            <a:off x="4957926" y="2267310"/>
            <a:ext cx="2280522" cy="228052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3E3F95A-A4A4-46E7-9EAC-1CF37100792D}"/>
              </a:ext>
            </a:extLst>
          </p:cNvPr>
          <p:cNvSpPr/>
          <p:nvPr/>
        </p:nvSpPr>
        <p:spPr>
          <a:xfrm>
            <a:off x="2099794" y="1499353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AC4D46E-9448-4CC2-B0DB-EC0BFB440E41}"/>
              </a:ext>
            </a:extLst>
          </p:cNvPr>
          <p:cNvSpPr/>
          <p:nvPr/>
        </p:nvSpPr>
        <p:spPr>
          <a:xfrm>
            <a:off x="1966544" y="3437492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DA80EC3-DD28-49BB-8A42-2404E7311517}"/>
              </a:ext>
            </a:extLst>
          </p:cNvPr>
          <p:cNvSpPr/>
          <p:nvPr/>
        </p:nvSpPr>
        <p:spPr>
          <a:xfrm>
            <a:off x="601064" y="2483905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56E7E5D-5689-45D3-8367-DCE97F0C6B9B}"/>
              </a:ext>
            </a:extLst>
          </p:cNvPr>
          <p:cNvSpPr/>
          <p:nvPr/>
        </p:nvSpPr>
        <p:spPr>
          <a:xfrm>
            <a:off x="3979936" y="4394309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755EE40-58E9-4AB3-8AC8-D2A4C3FF33E1}"/>
              </a:ext>
            </a:extLst>
          </p:cNvPr>
          <p:cNvSpPr/>
          <p:nvPr/>
        </p:nvSpPr>
        <p:spPr>
          <a:xfrm>
            <a:off x="10369861" y="4664496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B0706E7-D7D3-4252-9146-722106C14656}"/>
              </a:ext>
            </a:extLst>
          </p:cNvPr>
          <p:cNvSpPr/>
          <p:nvPr/>
        </p:nvSpPr>
        <p:spPr>
          <a:xfrm>
            <a:off x="10538849" y="1944541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2ABF57B-5B65-4B22-A335-5F45F17A29F7}"/>
              </a:ext>
            </a:extLst>
          </p:cNvPr>
          <p:cNvSpPr/>
          <p:nvPr/>
        </p:nvSpPr>
        <p:spPr>
          <a:xfrm>
            <a:off x="7480892" y="1641071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1D0EC36-9C42-42F3-97EE-C912F2302F8F}"/>
              </a:ext>
            </a:extLst>
          </p:cNvPr>
          <p:cNvSpPr/>
          <p:nvPr/>
        </p:nvSpPr>
        <p:spPr>
          <a:xfrm>
            <a:off x="8647247" y="3302517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D15CE2A-EA20-4BC2-8E29-50E9F948F1B3}"/>
              </a:ext>
            </a:extLst>
          </p:cNvPr>
          <p:cNvCxnSpPr>
            <a:cxnSpLocks/>
          </p:cNvCxnSpPr>
          <p:nvPr/>
        </p:nvCxnSpPr>
        <p:spPr>
          <a:xfrm flipV="1">
            <a:off x="1762819" y="3476072"/>
            <a:ext cx="4335368" cy="1473997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B6363058-E978-483B-8D07-CDF85DA9DAB4}"/>
              </a:ext>
            </a:extLst>
          </p:cNvPr>
          <p:cNvSpPr/>
          <p:nvPr/>
        </p:nvSpPr>
        <p:spPr>
          <a:xfrm>
            <a:off x="844747" y="4621339"/>
            <a:ext cx="940437" cy="940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1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55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工作型">
      <a:majorFont>
        <a:latin typeface="Roboto Bold"/>
        <a:ea typeface="思源黑体 CN Bold"/>
        <a:cs typeface=""/>
      </a:majorFont>
      <a:minorFont>
        <a:latin typeface="Roboto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8</Words>
  <Application>Microsoft Office PowerPoint</Application>
  <PresentationFormat>宽屏</PresentationFormat>
  <Paragraphs>5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Titillium WebSemiBold</vt:lpstr>
      <vt:lpstr>等线</vt:lpstr>
      <vt:lpstr>思源黑体 CN Bold</vt:lpstr>
      <vt:lpstr>思源宋体 CN Heavy</vt:lpstr>
      <vt:lpstr>宋体</vt:lpstr>
      <vt:lpstr>Arial</vt:lpstr>
      <vt:lpstr>DIN</vt:lpstr>
      <vt:lpstr>Hanson</vt:lpstr>
      <vt:lpstr>Roboto</vt:lpstr>
      <vt:lpstr>Roboto Bold</vt:lpstr>
      <vt:lpstr>Roboto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 雪贤</dc:creator>
  <cp:lastModifiedBy>Adam Xu</cp:lastModifiedBy>
  <cp:revision>41</cp:revision>
  <dcterms:created xsi:type="dcterms:W3CDTF">2021-05-12T06:33:12Z</dcterms:created>
  <dcterms:modified xsi:type="dcterms:W3CDTF">2022-09-28T03:45:51Z</dcterms:modified>
</cp:coreProperties>
</file>